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handoutMasterIdLst>
    <p:handoutMasterId r:id="rId8"/>
  </p:handoutMasterIdLst>
  <p:sldIdLst>
    <p:sldId id="272" r:id="rId2"/>
    <p:sldId id="273" r:id="rId3"/>
    <p:sldId id="283" r:id="rId4"/>
    <p:sldId id="284" r:id="rId5"/>
    <p:sldId id="281" r:id="rId6"/>
  </p:sldIdLst>
  <p:sldSz cx="12192000" cy="6858000"/>
  <p:notesSz cx="6858000" cy="9144000"/>
  <p:defaultTextStyle>
    <a:defPPr rtl="0">
      <a:defRPr lang="en-GB"/>
    </a:defPPr>
    <a:lvl1pPr marL="0" algn="l" defTabSz="914400" rtl="0" eaLnBrk="1" latinLnBrk="0" hangingPunct="1">
      <a:defRPr lang="en-GB" sz="1800" kern="1200">
        <a:solidFill>
          <a:schemeClr val="tx1"/>
        </a:solidFill>
        <a:latin typeface="+mn-lt"/>
        <a:ea typeface="+mn-ea"/>
        <a:cs typeface="+mn-cs"/>
      </a:defRPr>
    </a:lvl1pPr>
    <a:lvl2pPr marL="457200" algn="l" defTabSz="914400" rtl="0" eaLnBrk="1" latinLnBrk="0" hangingPunct="1">
      <a:defRPr lang="en-GB" sz="1800" kern="1200">
        <a:solidFill>
          <a:schemeClr val="tx1"/>
        </a:solidFill>
        <a:latin typeface="+mn-lt"/>
        <a:ea typeface="+mn-ea"/>
        <a:cs typeface="+mn-cs"/>
      </a:defRPr>
    </a:lvl2pPr>
    <a:lvl3pPr marL="914400" algn="l" defTabSz="914400" rtl="0" eaLnBrk="1" latinLnBrk="0" hangingPunct="1">
      <a:defRPr lang="en-GB" sz="1800" kern="1200">
        <a:solidFill>
          <a:schemeClr val="tx1"/>
        </a:solidFill>
        <a:latin typeface="+mn-lt"/>
        <a:ea typeface="+mn-ea"/>
        <a:cs typeface="+mn-cs"/>
      </a:defRPr>
    </a:lvl3pPr>
    <a:lvl4pPr marL="1371600" algn="l" defTabSz="914400" rtl="0" eaLnBrk="1" latinLnBrk="0" hangingPunct="1">
      <a:defRPr lang="en-GB" sz="1800" kern="1200">
        <a:solidFill>
          <a:schemeClr val="tx1"/>
        </a:solidFill>
        <a:latin typeface="+mn-lt"/>
        <a:ea typeface="+mn-ea"/>
        <a:cs typeface="+mn-cs"/>
      </a:defRPr>
    </a:lvl4pPr>
    <a:lvl5pPr marL="1828800" algn="l" defTabSz="914400" rtl="0" eaLnBrk="1" latinLnBrk="0" hangingPunct="1">
      <a:defRPr lang="en-GB" sz="1800" kern="1200">
        <a:solidFill>
          <a:schemeClr val="tx1"/>
        </a:solidFill>
        <a:latin typeface="+mn-lt"/>
        <a:ea typeface="+mn-ea"/>
        <a:cs typeface="+mn-cs"/>
      </a:defRPr>
    </a:lvl5pPr>
    <a:lvl6pPr marL="2286000" algn="l" defTabSz="914400" rtl="0" eaLnBrk="1" latinLnBrk="0" hangingPunct="1">
      <a:defRPr lang="en-GB" sz="1800" kern="1200">
        <a:solidFill>
          <a:schemeClr val="tx1"/>
        </a:solidFill>
        <a:latin typeface="+mn-lt"/>
        <a:ea typeface="+mn-ea"/>
        <a:cs typeface="+mn-cs"/>
      </a:defRPr>
    </a:lvl6pPr>
    <a:lvl7pPr marL="2743200" algn="l" defTabSz="914400" rtl="0" eaLnBrk="1" latinLnBrk="0" hangingPunct="1">
      <a:defRPr lang="en-GB" sz="1800" kern="1200">
        <a:solidFill>
          <a:schemeClr val="tx1"/>
        </a:solidFill>
        <a:latin typeface="+mn-lt"/>
        <a:ea typeface="+mn-ea"/>
        <a:cs typeface="+mn-cs"/>
      </a:defRPr>
    </a:lvl7pPr>
    <a:lvl8pPr marL="3200400" algn="l" defTabSz="914400" rtl="0" eaLnBrk="1" latinLnBrk="0" hangingPunct="1">
      <a:defRPr lang="en-GB" sz="1800" kern="1200">
        <a:solidFill>
          <a:schemeClr val="tx1"/>
        </a:solidFill>
        <a:latin typeface="+mn-lt"/>
        <a:ea typeface="+mn-ea"/>
        <a:cs typeface="+mn-cs"/>
      </a:defRPr>
    </a:lvl8pPr>
    <a:lvl9pPr marL="3657600" algn="l" defTabSz="914400" rtl="0" eaLnBrk="1" latinLnBrk="0" hangingPunct="1">
      <a:defRPr lang="en-GB"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D8B7"/>
    <a:srgbClr val="A09D79"/>
    <a:srgbClr val="AD5C4D"/>
    <a:srgbClr val="543E35"/>
    <a:srgbClr val="637700"/>
    <a:srgbClr val="FFF4ED"/>
    <a:srgbClr val="5E6A76"/>
    <a:srgbClr val="000000"/>
    <a:srgbClr val="F8F3F0"/>
    <a:srgbClr val="D7D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30"/>
  </p:normalViewPr>
  <p:slideViewPr>
    <p:cSldViewPr snapToGrid="0">
      <p:cViewPr varScale="1">
        <p:scale>
          <a:sx n="66" d="100"/>
          <a:sy n="66" d="100"/>
        </p:scale>
        <p:origin x="668" y="36"/>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notesViewPr>
    <p:cSldViewPr snapToGrid="0">
      <p:cViewPr varScale="1">
        <p:scale>
          <a:sx n="92" d="100"/>
          <a:sy n="92" d="100"/>
        </p:scale>
        <p:origin x="364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dirty="0"/>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FD913024-4032-4B4F-8680-09D5E08EDB6E}" type="datetimeFigureOut">
              <a:rPr lang="en-GB" smtClean="0"/>
              <a:t>31/03/2026</a:t>
            </a:fld>
            <a:endParaRPr lang="en-GB"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49E357A0-8177-46BC-BFCE-19D99E3453CC}" type="slidenum">
              <a:rPr lang="en-GB" smtClean="0"/>
              <a:t>‹#›</a:t>
            </a:fld>
            <a:endParaRPr lang="en-GB"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F2AE225E-43E0-7047-8ADB-DD9EBB41B4D0}" type="datetimeFigureOut">
              <a:rPr lang="en-GB" noProof="0" smtClean="0"/>
              <a:t>31/03/2026</a:t>
            </a:fld>
            <a:endParaRPr lang="en-GB"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n-GB"/>
            </a:defPPr>
          </a:lstStyle>
          <a:p>
            <a:pPr rtl="0"/>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n-GB"/>
            </a:def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7C366290-4595-5745-A50F-D5EC13BAC604}" type="slidenum">
              <a:rPr lang="en-GB" noProof="0" smtClean="0"/>
              <a:t>‹#›</a:t>
            </a:fld>
            <a:endParaRPr lang="en-GB"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lang="en-GB" sz="1200" kern="1200">
        <a:solidFill>
          <a:schemeClr val="tx1"/>
        </a:solidFill>
        <a:latin typeface="+mn-lt"/>
        <a:ea typeface="+mn-ea"/>
        <a:cs typeface="+mn-cs"/>
      </a:defRPr>
    </a:lvl1pPr>
    <a:lvl2pPr marL="457200" algn="l" defTabSz="914400" rtl="0" eaLnBrk="1" latinLnBrk="0" hangingPunct="1">
      <a:defRPr lang="en-GB" sz="1200" kern="1200">
        <a:solidFill>
          <a:schemeClr val="tx1"/>
        </a:solidFill>
        <a:latin typeface="+mn-lt"/>
        <a:ea typeface="+mn-ea"/>
        <a:cs typeface="+mn-cs"/>
      </a:defRPr>
    </a:lvl2pPr>
    <a:lvl3pPr marL="914400" algn="l" defTabSz="914400" rtl="0" eaLnBrk="1" latinLnBrk="0" hangingPunct="1">
      <a:defRPr lang="en-GB" sz="1200" kern="1200">
        <a:solidFill>
          <a:schemeClr val="tx1"/>
        </a:solidFill>
        <a:latin typeface="+mn-lt"/>
        <a:ea typeface="+mn-ea"/>
        <a:cs typeface="+mn-cs"/>
      </a:defRPr>
    </a:lvl3pPr>
    <a:lvl4pPr marL="1371600" algn="l" defTabSz="914400" rtl="0" eaLnBrk="1" latinLnBrk="0" hangingPunct="1">
      <a:defRPr lang="en-GB" sz="1200" kern="1200">
        <a:solidFill>
          <a:schemeClr val="tx1"/>
        </a:solidFill>
        <a:latin typeface="+mn-lt"/>
        <a:ea typeface="+mn-ea"/>
        <a:cs typeface="+mn-cs"/>
      </a:defRPr>
    </a:lvl4pPr>
    <a:lvl5pPr marL="1828800" algn="l" defTabSz="914400" rtl="0" eaLnBrk="1" latinLnBrk="0" hangingPunct="1">
      <a:defRPr lang="en-GB" sz="1200" kern="1200">
        <a:solidFill>
          <a:schemeClr val="tx1"/>
        </a:solidFill>
        <a:latin typeface="+mn-lt"/>
        <a:ea typeface="+mn-ea"/>
        <a:cs typeface="+mn-cs"/>
      </a:defRPr>
    </a:lvl5pPr>
    <a:lvl6pPr marL="2286000" algn="l" defTabSz="914400" rtl="0" eaLnBrk="1" latinLnBrk="0" hangingPunct="1">
      <a:defRPr lang="en-GB" sz="1200" kern="1200">
        <a:solidFill>
          <a:schemeClr val="tx1"/>
        </a:solidFill>
        <a:latin typeface="+mn-lt"/>
        <a:ea typeface="+mn-ea"/>
        <a:cs typeface="+mn-cs"/>
      </a:defRPr>
    </a:lvl6pPr>
    <a:lvl7pPr marL="2743200" algn="l" defTabSz="914400" rtl="0" eaLnBrk="1" latinLnBrk="0" hangingPunct="1">
      <a:defRPr lang="en-GB" sz="1200" kern="1200">
        <a:solidFill>
          <a:schemeClr val="tx1"/>
        </a:solidFill>
        <a:latin typeface="+mn-lt"/>
        <a:ea typeface="+mn-ea"/>
        <a:cs typeface="+mn-cs"/>
      </a:defRPr>
    </a:lvl7pPr>
    <a:lvl8pPr marL="3200400" algn="l" defTabSz="914400" rtl="0" eaLnBrk="1" latinLnBrk="0" hangingPunct="1">
      <a:defRPr lang="en-GB" sz="1200" kern="1200">
        <a:solidFill>
          <a:schemeClr val="tx1"/>
        </a:solidFill>
        <a:latin typeface="+mn-lt"/>
        <a:ea typeface="+mn-ea"/>
        <a:cs typeface="+mn-cs"/>
      </a:defRPr>
    </a:lvl8pPr>
    <a:lvl9pPr marL="3657600" algn="l" defTabSz="914400" rtl="0" eaLnBrk="1" latinLnBrk="0" hangingPunct="1">
      <a:defRPr lang="en-GB"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1</a:t>
            </a:fld>
            <a:endParaRPr lang="en-GB"/>
          </a:p>
        </p:txBody>
      </p:sp>
    </p:spTree>
    <p:extLst>
      <p:ext uri="{BB962C8B-B14F-4D97-AF65-F5344CB8AC3E}">
        <p14:creationId xmlns:p14="http://schemas.microsoft.com/office/powerpoint/2010/main" val="3149589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defPPr>
              <a:defRPr lang="en-GB"/>
            </a:defPPr>
          </a:lstStyle>
          <a:p>
            <a:pPr rtl="0"/>
            <a:endParaRPr lang="en-GB" dirty="0"/>
          </a:p>
        </p:txBody>
      </p:sp>
      <p:sp>
        <p:nvSpPr>
          <p:cNvPr id="4" name="Slide Number Placeholder 3"/>
          <p:cNvSpPr>
            <a:spLocks noGrp="1"/>
          </p:cNvSpPr>
          <p:nvPr>
            <p:ph type="sldNum" sz="quarter" idx="5"/>
          </p:nvPr>
        </p:nvSpPr>
        <p:spPr/>
        <p:txBody>
          <a:bodyPr rtlCol="0"/>
          <a:lstStyle>
            <a:defPPr>
              <a:defRPr lang="en-GB"/>
            </a:defPPr>
          </a:lstStyle>
          <a:p>
            <a:pPr rtl="0"/>
            <a:fld id="{7C366290-4595-5745-A50F-D5EC13BAC604}" type="slidenum">
              <a:rPr lang="en-GB" smtClean="0"/>
              <a:t>2</a:t>
            </a:fld>
            <a:endParaRPr lang="en-GB" dirty="0"/>
          </a:p>
        </p:txBody>
      </p:sp>
    </p:spTree>
    <p:extLst>
      <p:ext uri="{BB962C8B-B14F-4D97-AF65-F5344CB8AC3E}">
        <p14:creationId xmlns:p14="http://schemas.microsoft.com/office/powerpoint/2010/main" val="2915729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91E07-9288-25D3-03E5-AC954E96E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3F8E7C-48AE-093E-20F6-F94E7B2511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5CF1EB-1E73-78B5-E80B-DA658AE39C0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33469E4-63CB-2933-2890-9CDDA29A29F0}"/>
              </a:ext>
            </a:extLst>
          </p:cNvPr>
          <p:cNvSpPr>
            <a:spLocks noGrp="1"/>
          </p:cNvSpPr>
          <p:nvPr>
            <p:ph type="sldNum" sz="quarter" idx="5"/>
          </p:nvPr>
        </p:nvSpPr>
        <p:spPr/>
        <p:txBody>
          <a:bodyPr/>
          <a:lstStyle/>
          <a:p>
            <a:pPr rtl="0"/>
            <a:fld id="{7C366290-4595-5745-A50F-D5EC13BAC604}" type="slidenum">
              <a:rPr lang="en-GB" smtClean="0"/>
              <a:t>3</a:t>
            </a:fld>
            <a:endParaRPr lang="en-GB"/>
          </a:p>
        </p:txBody>
      </p:sp>
    </p:spTree>
    <p:extLst>
      <p:ext uri="{BB962C8B-B14F-4D97-AF65-F5344CB8AC3E}">
        <p14:creationId xmlns:p14="http://schemas.microsoft.com/office/powerpoint/2010/main" val="464834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2D1AA-5A0E-9BE8-478B-7BF569605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C08D92-5A20-81DA-70A7-71E4DE492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4CC8A4-ECAE-7E75-0132-5CEE81AD31B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FF9C371-CA3F-0BE2-034B-37E973AC6CB6}"/>
              </a:ext>
            </a:extLst>
          </p:cNvPr>
          <p:cNvSpPr>
            <a:spLocks noGrp="1"/>
          </p:cNvSpPr>
          <p:nvPr>
            <p:ph type="sldNum" sz="quarter" idx="5"/>
          </p:nvPr>
        </p:nvSpPr>
        <p:spPr/>
        <p:txBody>
          <a:bodyPr/>
          <a:lstStyle/>
          <a:p>
            <a:pPr rtl="0"/>
            <a:fld id="{7C366290-4595-5745-A50F-D5EC13BAC604}" type="slidenum">
              <a:rPr lang="en-GB" smtClean="0"/>
              <a:t>4</a:t>
            </a:fld>
            <a:endParaRPr lang="en-GB"/>
          </a:p>
        </p:txBody>
      </p:sp>
    </p:spTree>
    <p:extLst>
      <p:ext uri="{BB962C8B-B14F-4D97-AF65-F5344CB8AC3E}">
        <p14:creationId xmlns:p14="http://schemas.microsoft.com/office/powerpoint/2010/main" val="838220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5</a:t>
            </a:fld>
            <a:endParaRPr lang="en-GB"/>
          </a:p>
        </p:txBody>
      </p:sp>
    </p:spTree>
    <p:extLst>
      <p:ext uri="{BB962C8B-B14F-4D97-AF65-F5344CB8AC3E}">
        <p14:creationId xmlns:p14="http://schemas.microsoft.com/office/powerpoint/2010/main" val="179850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GB"/>
            </a:defPPr>
          </a:lstStyle>
          <a:p>
            <a:pPr algn="ctr" rtl="0"/>
            <a:endParaRPr lang="en-GB" dirty="0"/>
          </a:p>
        </p:txBody>
      </p:sp>
      <p:sp>
        <p:nvSpPr>
          <p:cNvPr id="7" name="Freeform: Shape 6">
            <a:extLst>
              <a:ext uri="{FF2B5EF4-FFF2-40B4-BE49-F238E27FC236}">
                <a16:creationId xmlns:a16="http://schemas.microsoft.com/office/drawing/2014/main" id="{EF359D7C-AC03-77FE-CA1D-B96B46B08D16}"/>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22363"/>
            <a:ext cx="9144000" cy="2387600"/>
          </a:xfrm>
        </p:spPr>
        <p:txBody>
          <a:bodyPr rtlCol="0" anchor="b"/>
          <a:lstStyle>
            <a:lvl1pPr algn="ctr">
              <a:defRPr lang="en-GB" sz="6000"/>
            </a:lvl1pPr>
          </a:lstStyle>
          <a:p>
            <a:pPr rtl="0"/>
            <a:r>
              <a:rPr lang="en-GB"/>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rtlCol="0"/>
          <a:lstStyle>
            <a:lvl1pPr marL="0" indent="0" algn="ctr">
              <a:buNone/>
              <a:defRPr lang="en-GB" sz="2400">
                <a:solidFill>
                  <a:schemeClr val="tx2"/>
                </a:solidFill>
              </a:defRPr>
            </a:lvl1pPr>
            <a:lvl2pPr marL="457200" indent="0" algn="ctr">
              <a:buNone/>
              <a:defRPr lang="en-GB" sz="2000"/>
            </a:lvl2pPr>
            <a:lvl3pPr marL="914400" indent="0" algn="ctr">
              <a:buNone/>
              <a:defRPr lang="en-GB" sz="1800"/>
            </a:lvl3pPr>
            <a:lvl4pPr marL="1371600" indent="0" algn="ctr">
              <a:buNone/>
              <a:defRPr lang="en-GB" sz="1600"/>
            </a:lvl4pPr>
            <a:lvl5pPr marL="1828800" indent="0" algn="ctr">
              <a:buNone/>
              <a:defRPr lang="en-GB" sz="1600"/>
            </a:lvl5pPr>
            <a:lvl6pPr marL="2286000" indent="0" algn="ctr">
              <a:buNone/>
              <a:defRPr lang="en-GB" sz="1600"/>
            </a:lvl6pPr>
            <a:lvl7pPr marL="2743200" indent="0" algn="ctr">
              <a:buNone/>
              <a:defRPr lang="en-GB" sz="1600"/>
            </a:lvl7pPr>
            <a:lvl8pPr marL="3200400" indent="0" algn="ctr">
              <a:buNone/>
              <a:defRPr lang="en-GB" sz="1600"/>
            </a:lvl8pPr>
            <a:lvl9pPr marL="3657600" indent="0" algn="ctr">
              <a:buNone/>
              <a:defRPr lang="en-GB" sz="1600"/>
            </a:lvl9pPr>
          </a:lstStyle>
          <a:p>
            <a:pPr rtl="0"/>
            <a:r>
              <a:rPr lang="en-US"/>
              <a:t>Click to edit Master subtitle style</a:t>
            </a:r>
            <a:endParaRPr lang="en-GB"/>
          </a:p>
        </p:txBody>
      </p:sp>
      <p:sp>
        <p:nvSpPr>
          <p:cNvPr id="23" name="Freeform: Shape 22">
            <a:extLst>
              <a:ext uri="{FF2B5EF4-FFF2-40B4-BE49-F238E27FC236}">
                <a16:creationId xmlns:a16="http://schemas.microsoft.com/office/drawing/2014/main" id="{84B8E19A-569B-855B-EBF8-C02F2998ABC8}"/>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372795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D8C351DE-CA9A-93E5-2E6E-0921FA2D688A}"/>
              </a:ext>
            </a:extLst>
          </p:cNvPr>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704384" y="2788521"/>
            <a:ext cx="6229530" cy="1325563"/>
          </a:xfrm>
        </p:spPr>
        <p:txBody>
          <a:bodyPr rtlCol="0"/>
          <a:lstStyle>
            <a:lvl1pPr algn="ctr">
              <a:defRPr lang="en-GB">
                <a:solidFill>
                  <a:schemeClr val="accent1"/>
                </a:solidFill>
              </a:defRPr>
            </a:lvl1pPr>
          </a:lstStyle>
          <a:p>
            <a:pPr rtl="0"/>
            <a:r>
              <a:rPr lang="en-GB"/>
              <a:t>click to edit master title style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7790688" y="1170432"/>
            <a:ext cx="4133088" cy="4351338"/>
          </a:xfrm>
        </p:spPr>
        <p:txBody>
          <a:bodyPr rtlCol="0"/>
          <a:lstStyle>
            <a:lvl1pPr marL="0" indent="0" algn="r">
              <a:buNone/>
              <a:defRPr lang="en-GB" sz="2400" cap="all" baseline="0"/>
            </a:lvl1pPr>
            <a:lvl2pPr marL="457200" indent="0" algn="r">
              <a:buNone/>
              <a:defRPr lang="en-GB" sz="1800">
                <a:latin typeface="+mj-lt"/>
              </a:defRPr>
            </a:lvl2pPr>
            <a:lvl3pPr marL="914400" indent="0" algn="r">
              <a:buNone/>
              <a:defRPr lang="en-GB"/>
            </a:lvl3pPr>
            <a:lvl4pPr marL="1371600" indent="0" algn="r">
              <a:buNone/>
              <a:defRPr lang="en-GB"/>
            </a:lvl4pPr>
            <a:lvl5pPr marL="1828800" indent="0" algn="r">
              <a:buNone/>
              <a:defRPr lang="en-GB"/>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25" name="Freeform: Shape 24">
            <a:extLst>
              <a:ext uri="{FF2B5EF4-FFF2-40B4-BE49-F238E27FC236}">
                <a16:creationId xmlns:a16="http://schemas.microsoft.com/office/drawing/2014/main" id="{070813B7-403A-9A3E-5E5C-44C1680DE4C3}"/>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82937281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rtlCol="0" anchor="b"/>
          <a:lstStyle>
            <a:lvl1pPr>
              <a:defRPr lang="en-GB" sz="4800"/>
            </a:lvl1pPr>
          </a:lstStyle>
          <a:p>
            <a:pPr rtl="0"/>
            <a:r>
              <a:rPr lang="en-GB"/>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rtlCol="0">
            <a:normAutofit/>
          </a:bodyPr>
          <a:lstStyle>
            <a:lvl1pPr marL="0" indent="0">
              <a:lnSpc>
                <a:spcPct val="100000"/>
              </a:lnSpc>
              <a:spcBef>
                <a:spcPts val="0"/>
              </a:spcBef>
              <a:buNone/>
              <a:defRPr lang="en-GB" sz="1800"/>
            </a:lvl1pPr>
            <a:lvl2pPr marL="457200" indent="0">
              <a:buNone/>
              <a:defRPr lang="en-GB" sz="1400"/>
            </a:lvl2pPr>
            <a:lvl3pPr marL="914400" indent="0">
              <a:buNone/>
              <a:defRPr lang="en-GB" sz="1200"/>
            </a:lvl3pPr>
            <a:lvl4pPr marL="1371600" indent="0">
              <a:buNone/>
              <a:defRPr lang="en-GB" sz="1000"/>
            </a:lvl4pPr>
            <a:lvl5pPr marL="1828800" indent="0">
              <a:buNone/>
              <a:defRPr lang="en-GB" sz="1000"/>
            </a:lvl5pPr>
            <a:lvl6pPr marL="2286000" indent="0">
              <a:buNone/>
              <a:defRPr lang="en-GB" sz="1000"/>
            </a:lvl6pPr>
            <a:lvl7pPr marL="2743200" indent="0">
              <a:buNone/>
              <a:defRPr lang="en-GB" sz="1000"/>
            </a:lvl7pPr>
            <a:lvl8pPr marL="3200400" indent="0">
              <a:buNone/>
              <a:defRPr lang="en-GB" sz="1000"/>
            </a:lvl8pPr>
            <a:lvl9pPr marL="3657600" indent="0">
              <a:buNone/>
              <a:defRPr lang="en-GB" sz="1000"/>
            </a:lvl9pPr>
          </a:lstStyle>
          <a:p>
            <a:pPr lvl="0" rt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rtlCol="0" anchor="ctr">
            <a:noAutofit/>
          </a:bodyPr>
          <a:lstStyle>
            <a:lvl1pPr marL="0" indent="0" algn="ctr">
              <a:buNone/>
              <a:defRPr lang="en-GB" sz="3200"/>
            </a:lvl1pPr>
            <a:lvl2pPr marL="457200" indent="0">
              <a:buNone/>
              <a:defRPr lang="en-GB" sz="2800"/>
            </a:lvl2pPr>
            <a:lvl3pPr marL="914400" indent="0">
              <a:buNone/>
              <a:defRPr lang="en-GB" sz="2400"/>
            </a:lvl3pPr>
            <a:lvl4pPr marL="1371600" indent="0">
              <a:buNone/>
              <a:defRPr lang="en-GB" sz="2000"/>
            </a:lvl4pPr>
            <a:lvl5pPr marL="1828800" indent="0">
              <a:buNone/>
              <a:defRPr lang="en-GB" sz="2000"/>
            </a:lvl5pPr>
            <a:lvl6pPr marL="2286000" indent="0">
              <a:buNone/>
              <a:defRPr lang="en-GB" sz="2000"/>
            </a:lvl6pPr>
            <a:lvl7pPr marL="2743200" indent="0">
              <a:buNone/>
              <a:defRPr lang="en-GB" sz="2000"/>
            </a:lvl7pPr>
            <a:lvl8pPr marL="3200400" indent="0">
              <a:buNone/>
              <a:defRPr lang="en-GB" sz="2000"/>
            </a:lvl8pPr>
            <a:lvl9pPr marL="3657600" indent="0">
              <a:buNone/>
              <a:defRPr lang="en-GB" sz="2000"/>
            </a:lvl9pPr>
          </a:lstStyle>
          <a:p>
            <a:pPr rtl="0"/>
            <a:r>
              <a:rPr lang="en-US"/>
              <a:t>Click icon to add picture</a:t>
            </a:r>
            <a:endParaRPr lang="en-GB"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Tree>
    <p:extLst>
      <p:ext uri="{BB962C8B-B14F-4D97-AF65-F5344CB8AC3E}">
        <p14:creationId xmlns:p14="http://schemas.microsoft.com/office/powerpoint/2010/main" val="3920489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6"/>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D6B97A1A-D605-738D-8C08-D97B3BBB5274}"/>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Title 1">
            <a:extLst>
              <a:ext uri="{FF2B5EF4-FFF2-40B4-BE49-F238E27FC236}">
                <a16:creationId xmlns:a16="http://schemas.microsoft.com/office/drawing/2014/main" id="{5B033E79-37B9-73B6-FED8-8DF23954CCE8}"/>
              </a:ext>
            </a:extLst>
          </p:cNvPr>
          <p:cNvSpPr>
            <a:spLocks noGrp="1"/>
          </p:cNvSpPr>
          <p:nvPr>
            <p:ph type="title" hasCustomPrompt="1"/>
          </p:nvPr>
        </p:nvSpPr>
        <p:spPr>
          <a:xfrm>
            <a:off x="2560320" y="3078480"/>
            <a:ext cx="4840641" cy="1773555"/>
          </a:xfrm>
        </p:spPr>
        <p:txBody>
          <a:bodyPr rtlCol="0" anchor="b"/>
          <a:lstStyle>
            <a:lvl1pPr>
              <a:defRPr lang="en-GB" sz="6000">
                <a:solidFill>
                  <a:schemeClr val="accent1"/>
                </a:solidFill>
              </a:defRPr>
            </a:lvl1pPr>
          </a:lstStyle>
          <a:p>
            <a:pPr rtl="0"/>
            <a:r>
              <a:rPr lang="en-GB"/>
              <a:t>click to edit master title style</a:t>
            </a:r>
          </a:p>
        </p:txBody>
      </p:sp>
      <p:sp>
        <p:nvSpPr>
          <p:cNvPr id="3" name="Text Placeholder 2">
            <a:extLst>
              <a:ext uri="{FF2B5EF4-FFF2-40B4-BE49-F238E27FC236}">
                <a16:creationId xmlns:a16="http://schemas.microsoft.com/office/drawing/2014/main" id="{05721041-CFF4-58F6-F8DE-DFDCD6CC6303}"/>
              </a:ext>
            </a:extLst>
          </p:cNvPr>
          <p:cNvSpPr>
            <a:spLocks noGrp="1"/>
          </p:cNvSpPr>
          <p:nvPr>
            <p:ph type="body" idx="1"/>
          </p:nvPr>
        </p:nvSpPr>
        <p:spPr>
          <a:xfrm>
            <a:off x="2560320" y="4852035"/>
            <a:ext cx="4840641" cy="551411"/>
          </a:xfrm>
        </p:spPr>
        <p:txBody>
          <a:bodyPr rtlCol="0"/>
          <a:lstStyle>
            <a:lvl1pPr marL="0" indent="0">
              <a:buNone/>
              <a:defRPr lang="en-GB" sz="2400">
                <a:solidFill>
                  <a:schemeClr val="accent1"/>
                </a:solidFill>
              </a:defRPr>
            </a:lvl1pPr>
            <a:lvl2pPr marL="457200" indent="0">
              <a:buNone/>
              <a:defRPr lang="en-GB" sz="2000">
                <a:solidFill>
                  <a:schemeClr val="tx1">
                    <a:tint val="75000"/>
                  </a:schemeClr>
                </a:solidFill>
              </a:defRPr>
            </a:lvl2pPr>
            <a:lvl3pPr marL="914400" indent="0">
              <a:buNone/>
              <a:defRPr lang="en-GB" sz="1800">
                <a:solidFill>
                  <a:schemeClr val="tx1">
                    <a:tint val="75000"/>
                  </a:schemeClr>
                </a:solidFill>
              </a:defRPr>
            </a:lvl3pPr>
            <a:lvl4pPr marL="1371600" indent="0">
              <a:buNone/>
              <a:defRPr lang="en-GB" sz="1600">
                <a:solidFill>
                  <a:schemeClr val="tx1">
                    <a:tint val="75000"/>
                  </a:schemeClr>
                </a:solidFill>
              </a:defRPr>
            </a:lvl4pPr>
            <a:lvl5pPr marL="1828800" indent="0">
              <a:buNone/>
              <a:defRPr lang="en-GB" sz="1600">
                <a:solidFill>
                  <a:schemeClr val="tx1">
                    <a:tint val="75000"/>
                  </a:schemeClr>
                </a:solidFill>
              </a:defRPr>
            </a:lvl5pPr>
            <a:lvl6pPr marL="2286000" indent="0">
              <a:buNone/>
              <a:defRPr lang="en-GB" sz="1600">
                <a:solidFill>
                  <a:schemeClr val="tx1">
                    <a:tint val="75000"/>
                  </a:schemeClr>
                </a:solidFill>
              </a:defRPr>
            </a:lvl6pPr>
            <a:lvl7pPr marL="2743200" indent="0">
              <a:buNone/>
              <a:defRPr lang="en-GB" sz="1600">
                <a:solidFill>
                  <a:schemeClr val="tx1">
                    <a:tint val="75000"/>
                  </a:schemeClr>
                </a:solidFill>
              </a:defRPr>
            </a:lvl7pPr>
            <a:lvl8pPr marL="3200400" indent="0">
              <a:buNone/>
              <a:defRPr lang="en-GB" sz="1600">
                <a:solidFill>
                  <a:schemeClr val="tx1">
                    <a:tint val="75000"/>
                  </a:schemeClr>
                </a:solidFill>
              </a:defRPr>
            </a:lvl8pPr>
            <a:lvl9pPr marL="3657600" indent="0">
              <a:buNone/>
              <a:defRPr lang="en-GB" sz="1600">
                <a:solidFill>
                  <a:schemeClr val="tx1">
                    <a:tint val="75000"/>
                  </a:schemeClr>
                </a:solidFill>
              </a:defRPr>
            </a:lvl9pPr>
          </a:lstStyle>
          <a:p>
            <a:pPr lvl="0" rtl="0"/>
            <a:r>
              <a:rPr lang="en-US"/>
              <a:t>Click to edit Master text styles</a:t>
            </a:r>
          </a:p>
        </p:txBody>
      </p:sp>
      <p:sp>
        <p:nvSpPr>
          <p:cNvPr id="19" name="Freeform: Shape 18">
            <a:extLst>
              <a:ext uri="{FF2B5EF4-FFF2-40B4-BE49-F238E27FC236}">
                <a16:creationId xmlns:a16="http://schemas.microsoft.com/office/drawing/2014/main" id="{1CC49F1D-4E95-A334-0DE1-5115637E40AF}"/>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3" name="Freeform: Shape 12">
            <a:extLst>
              <a:ext uri="{FF2B5EF4-FFF2-40B4-BE49-F238E27FC236}">
                <a16:creationId xmlns:a16="http://schemas.microsoft.com/office/drawing/2014/main" id="{B560DF2B-C95A-F8F1-E64F-37BCABFF8014}"/>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A6011814-D2B8-5264-367E-302C5338E1E6}"/>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3" name="Freeform: Shape 22">
            <a:extLst>
              <a:ext uri="{FF2B5EF4-FFF2-40B4-BE49-F238E27FC236}">
                <a16:creationId xmlns:a16="http://schemas.microsoft.com/office/drawing/2014/main" id="{58E452E6-C959-CF06-5BE1-AC6D28707FCB}"/>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576072" y="704088"/>
            <a:ext cx="10515600" cy="676656"/>
          </a:xfrm>
        </p:spPr>
        <p:txBody>
          <a:bodyPr rtlCol="0"/>
          <a:lstStyle>
            <a:lvl1pPr>
              <a:defRPr lang="en-GB" sz="4800"/>
            </a:lvl1pPr>
          </a:lstStyle>
          <a:p>
            <a:pPr rtl="0"/>
            <a:r>
              <a:rPr lang="en-GB"/>
              <a:t>click to edit master title style	</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576072" y="1901952"/>
            <a:ext cx="9363456" cy="3877056"/>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rtlCol="0"/>
          <a:lstStyle>
            <a:defPPr>
              <a:defRPr lang="en-GB"/>
            </a:defPPr>
          </a:lstStyle>
          <a:p>
            <a:pPr rtl="0"/>
            <a:r>
              <a:rPr lang="en-GB"/>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rtlCol="0"/>
          <a:lstStyle>
            <a:defPPr>
              <a:defRPr lang="en-GB"/>
            </a:defPPr>
          </a:lstStyle>
          <a:p>
            <a:pPr rtl="0"/>
            <a:r>
              <a:rPr lang="en-GB"/>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Tree>
    <p:extLst>
      <p:ext uri="{BB962C8B-B14F-4D97-AF65-F5344CB8AC3E}">
        <p14:creationId xmlns:p14="http://schemas.microsoft.com/office/powerpoint/2010/main" val="211128599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rtlCol="0"/>
          <a:lstStyle>
            <a:lvl1pPr>
              <a:defRPr lang="en-GB" sz="4800"/>
            </a:lvl1pPr>
          </a:lstStyle>
          <a:p>
            <a:pPr rtl="0"/>
            <a:r>
              <a:rPr lang="en-GB"/>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rtlCol="0"/>
          <a:lstStyle>
            <a:defPPr>
              <a:defRPr lang="en-GB"/>
            </a:defPPr>
          </a:lstStyle>
          <a:p>
            <a:pPr rtl="0"/>
            <a:r>
              <a:rPr lang="en-GB"/>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rtlCol="0"/>
          <a:lstStyle>
            <a:defPPr>
              <a:defRPr lang="en-GB"/>
            </a:defPPr>
          </a:lstStyle>
          <a:p>
            <a:pPr rtl="0"/>
            <a:r>
              <a:rPr lang="en-GB"/>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641332740"/>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rtlCol="0"/>
          <a:lstStyle>
            <a:defPPr>
              <a:defRPr lang="en-GB"/>
            </a:defPPr>
          </a:lstStyle>
          <a:p>
            <a:pPr rtl="0"/>
            <a:r>
              <a:rPr lang="en-GB"/>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rtlCol="0"/>
          <a:lstStyle>
            <a:defPPr>
              <a:defRPr lang="en-GB"/>
            </a:defPPr>
          </a:lstStyle>
          <a:p>
            <a:pPr rtl="0"/>
            <a:r>
              <a:rPr lang="en-GB"/>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rtlCol="0"/>
          <a:lstStyle>
            <a:lvl1pPr>
              <a:defRPr lang="en-GB" sz="4800"/>
            </a:lvl1pPr>
          </a:lstStyle>
          <a:p>
            <a:pPr rtl="0"/>
            <a:r>
              <a:rPr lang="en-GB"/>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GB"/>
            </a:defPPr>
          </a:lstStyle>
          <a:p>
            <a:pPr algn="ctr" rtl="0"/>
            <a:endParaRPr lang="en-GB" dirty="0"/>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rtlCol="0"/>
          <a:lstStyle>
            <a:defPPr>
              <a:defRPr lang="en-GB"/>
            </a:defPPr>
          </a:lstStyle>
          <a:p>
            <a:pPr rtl="0"/>
            <a:r>
              <a:rPr lang="en-GB"/>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rtlCol="0"/>
          <a:lstStyle>
            <a:defPPr>
              <a:defRPr lang="en-GB"/>
            </a:defPPr>
          </a:lstStyle>
          <a:p>
            <a:pPr rtl="0"/>
            <a:r>
              <a:rPr lang="en-GB"/>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rtlCol="0">
            <a:normAutofit/>
          </a:bodyPr>
          <a:lstStyle>
            <a:lvl1pPr marL="0" indent="0" algn="ctr">
              <a:lnSpc>
                <a:spcPct val="100000"/>
              </a:lnSpc>
              <a:spcBef>
                <a:spcPts val="0"/>
              </a:spcBef>
              <a:buNone/>
              <a:defRPr lang="en-GB" sz="2400"/>
            </a:lvl1pPr>
          </a:lstStyle>
          <a:p>
            <a:pPr lvl="0" rtl="0"/>
            <a:r>
              <a:rPr lang="en-US"/>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rtlCol="0"/>
          <a:lstStyle>
            <a:lvl1pPr algn="ctr">
              <a:defRPr lang="en-GB" sz="2400" cap="all" baseline="0">
                <a:latin typeface="Gill Sans Nova" panose="020B0602020104020203" pitchFamily="34" charset="0"/>
              </a:defRPr>
            </a:lvl1pPr>
          </a:lstStyle>
          <a:p>
            <a:pPr rtl="0"/>
            <a:r>
              <a:rPr lang="en-US"/>
              <a:t>Click to edit Master title style</a:t>
            </a:r>
            <a:endParaRPr lang="en-GB"/>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rtlCol="0"/>
          <a:lstStyle>
            <a:lvl1pPr>
              <a:defRPr lang="en-GB" sz="4800"/>
            </a:lvl1pPr>
          </a:lstStyle>
          <a:p>
            <a:pPr rtl="0"/>
            <a:r>
              <a:rPr lang="en-GB"/>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rtlCol="0" anchor="b">
            <a:noAutofit/>
          </a:bodyPr>
          <a:lstStyle>
            <a:lvl1pPr marL="0" indent="0" algn="ctr">
              <a:lnSpc>
                <a:spcPct val="100000"/>
              </a:lnSpc>
              <a:spcBef>
                <a:spcPts val="0"/>
              </a:spcBef>
              <a:buNone/>
              <a:defRPr lang="en-GB" sz="1800" cap="all" baseline="0">
                <a:latin typeface="Gill Sans Nova" panose="020B0602020104020203" pitchFamily="34" charset="0"/>
              </a:defRPr>
            </a:lvl1pPr>
          </a:lstStyle>
          <a:p>
            <a:pPr lvl="0" rt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rtlCol="0" anchor="b">
            <a:noAutofit/>
          </a:bodyPr>
          <a:lstStyle>
            <a:lvl1pPr marL="0" indent="0" algn="ctr">
              <a:lnSpc>
                <a:spcPct val="100000"/>
              </a:lnSpc>
              <a:spcBef>
                <a:spcPts val="0"/>
              </a:spcBef>
              <a:buNone/>
              <a:defRPr lang="en-GB" sz="1800" cap="all" baseline="0">
                <a:latin typeface="Gill Sans Nova" panose="020B0602020104020203" pitchFamily="34" charset="0"/>
              </a:defRPr>
            </a:lvl1pPr>
          </a:lstStyle>
          <a:p>
            <a:pPr lvl="0" rt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rtlCol="0" anchor="b">
            <a:noAutofit/>
          </a:bodyPr>
          <a:lstStyle>
            <a:lvl1pPr marL="0" indent="0" algn="ctr">
              <a:lnSpc>
                <a:spcPct val="100000"/>
              </a:lnSpc>
              <a:spcBef>
                <a:spcPts val="0"/>
              </a:spcBef>
              <a:buNone/>
              <a:defRPr lang="en-GB" sz="1800" cap="all" baseline="0">
                <a:latin typeface="Gill Sans Nova" panose="020B0602020104020203" pitchFamily="34" charset="0"/>
              </a:defRPr>
            </a:lvl1pPr>
          </a:lstStyle>
          <a:p>
            <a:pPr lvl="0" rt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rtlCol="0" anchor="b">
            <a:noAutofit/>
          </a:bodyPr>
          <a:lstStyle>
            <a:lvl1pPr marL="0" indent="0" algn="ctr">
              <a:lnSpc>
                <a:spcPct val="100000"/>
              </a:lnSpc>
              <a:spcBef>
                <a:spcPts val="0"/>
              </a:spcBef>
              <a:buNone/>
              <a:defRPr lang="en-GB" sz="1800" cap="all" baseline="0">
                <a:latin typeface="Gill Sans Nova" panose="020B0602020104020203" pitchFamily="34" charset="0"/>
              </a:defRPr>
            </a:lvl1pPr>
          </a:lstStyle>
          <a:p>
            <a:pPr lvl="0" rt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rtlCol="0" anchor="t">
            <a:noAutofit/>
          </a:bodyPr>
          <a:lstStyle>
            <a:lvl1pPr marL="0" indent="0" algn="ctr">
              <a:lnSpc>
                <a:spcPct val="100000"/>
              </a:lnSpc>
              <a:spcBef>
                <a:spcPts val="0"/>
              </a:spcBef>
              <a:buNone/>
              <a:defRPr lang="en-GB" sz="1800" cap="none" baseline="0"/>
            </a:lvl1pPr>
          </a:lstStyle>
          <a:p>
            <a:pPr lvl="0" rtl="0"/>
            <a:r>
              <a:rPr lang="en-GB"/>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rtlCol="0" anchor="t">
            <a:noAutofit/>
          </a:bodyPr>
          <a:lstStyle>
            <a:lvl1pPr marL="0" indent="0" algn="ctr">
              <a:lnSpc>
                <a:spcPct val="100000"/>
              </a:lnSpc>
              <a:spcBef>
                <a:spcPts val="0"/>
              </a:spcBef>
              <a:buNone/>
              <a:defRPr lang="en-GB" sz="1800" cap="none" baseline="0"/>
            </a:lvl1pPr>
          </a:lstStyle>
          <a:p>
            <a:pPr lvl="0" rtl="0"/>
            <a:r>
              <a:rPr lang="en-GB"/>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rtlCol="0" anchor="t">
            <a:noAutofit/>
          </a:bodyPr>
          <a:lstStyle>
            <a:lvl1pPr marL="0" indent="0" algn="ctr">
              <a:lnSpc>
                <a:spcPct val="100000"/>
              </a:lnSpc>
              <a:spcBef>
                <a:spcPts val="0"/>
              </a:spcBef>
              <a:buNone/>
              <a:defRPr lang="en-GB" sz="1800" cap="none" baseline="0"/>
            </a:lvl1pPr>
          </a:lstStyle>
          <a:p>
            <a:pPr lvl="0" rtl="0"/>
            <a:r>
              <a:rPr lang="en-GB"/>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rtlCol="0" anchor="t">
            <a:noAutofit/>
          </a:bodyPr>
          <a:lstStyle>
            <a:lvl1pPr marL="0" indent="0" algn="ctr">
              <a:lnSpc>
                <a:spcPct val="100000"/>
              </a:lnSpc>
              <a:spcBef>
                <a:spcPts val="0"/>
              </a:spcBef>
              <a:buNone/>
              <a:defRPr lang="en-GB" sz="1800" cap="none" baseline="0"/>
            </a:lvl1pPr>
          </a:lstStyle>
          <a:p>
            <a:pPr lvl="0" rtl="0"/>
            <a:r>
              <a:rPr lang="en-GB"/>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rtlCol="0"/>
          <a:lstStyle>
            <a:defPPr>
              <a:defRPr lang="en-GB"/>
            </a:defPPr>
          </a:lstStyle>
          <a:p>
            <a:pPr rtl="0"/>
            <a:r>
              <a:rPr lang="en-GB"/>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rtlCol="0"/>
          <a:lstStyle>
            <a:defPPr>
              <a:defRPr lang="en-GB"/>
            </a:defPPr>
          </a:lstStyle>
          <a:p>
            <a:pPr rtl="0"/>
            <a:r>
              <a:rPr lang="en-GB"/>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283071543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1C6679A-1B60-DCCD-7295-255649B92C60}"/>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rtlCol="0"/>
          <a:lstStyle>
            <a:lvl1pPr>
              <a:defRPr lang="en-GB" sz="4800"/>
            </a:lvl1pPr>
          </a:lstStyle>
          <a:p>
            <a:pPr rtl="0"/>
            <a:r>
              <a:rPr lang="en-GB"/>
              <a:t>click to edit master title style	</a:t>
            </a: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33259" y="3392424"/>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19764" y="3392424"/>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206269" y="3392424"/>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8992774" y="3392424"/>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33259" y="3584448"/>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19764" y="3584448"/>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206269" y="3584448"/>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8992774" y="3584448"/>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2" name="Picture Placeholder 38">
            <a:extLst>
              <a:ext uri="{FF2B5EF4-FFF2-40B4-BE49-F238E27FC236}">
                <a16:creationId xmlns:a16="http://schemas.microsoft.com/office/drawing/2014/main"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3" name="Picture Placeholder 39">
            <a:extLst>
              <a:ext uri="{FF2B5EF4-FFF2-40B4-BE49-F238E27FC236}">
                <a16:creationId xmlns:a16="http://schemas.microsoft.com/office/drawing/2014/main"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7" name="Picture Placeholder 40">
            <a:extLst>
              <a:ext uri="{FF2B5EF4-FFF2-40B4-BE49-F238E27FC236}">
                <a16:creationId xmlns:a16="http://schemas.microsoft.com/office/drawing/2014/main"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8" name="Picture Placeholder 41">
            <a:extLst>
              <a:ext uri="{FF2B5EF4-FFF2-40B4-BE49-F238E27FC236}">
                <a16:creationId xmlns:a16="http://schemas.microsoft.com/office/drawing/2014/main"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9" name="Text Placeholder 46">
            <a:extLst>
              <a:ext uri="{FF2B5EF4-FFF2-40B4-BE49-F238E27FC236}">
                <a16:creationId xmlns:a16="http://schemas.microsoft.com/office/drawing/2014/main" id="{1732A3A5-B50F-7A5D-DA66-644509A99987}"/>
              </a:ext>
            </a:extLst>
          </p:cNvPr>
          <p:cNvSpPr>
            <a:spLocks noGrp="1"/>
          </p:cNvSpPr>
          <p:nvPr>
            <p:ph type="body" sz="quarter" idx="29"/>
          </p:nvPr>
        </p:nvSpPr>
        <p:spPr>
          <a:xfrm>
            <a:off x="633259" y="6062472"/>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10" name="Text Placeholder 46">
            <a:extLst>
              <a:ext uri="{FF2B5EF4-FFF2-40B4-BE49-F238E27FC236}">
                <a16:creationId xmlns:a16="http://schemas.microsoft.com/office/drawing/2014/main" id="{87CC578C-FDBD-2BD2-8930-A795C0A8D1FC}"/>
              </a:ext>
            </a:extLst>
          </p:cNvPr>
          <p:cNvSpPr>
            <a:spLocks noGrp="1"/>
          </p:cNvSpPr>
          <p:nvPr>
            <p:ph type="body" sz="quarter" idx="30"/>
          </p:nvPr>
        </p:nvSpPr>
        <p:spPr>
          <a:xfrm>
            <a:off x="3419764" y="6062472"/>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11" name="Text Placeholder 46">
            <a:extLst>
              <a:ext uri="{FF2B5EF4-FFF2-40B4-BE49-F238E27FC236}">
                <a16:creationId xmlns:a16="http://schemas.microsoft.com/office/drawing/2014/main" id="{6CE31252-6548-7D94-98E5-E652CED78F27}"/>
              </a:ext>
            </a:extLst>
          </p:cNvPr>
          <p:cNvSpPr>
            <a:spLocks noGrp="1"/>
          </p:cNvSpPr>
          <p:nvPr>
            <p:ph type="body" sz="quarter" idx="31"/>
          </p:nvPr>
        </p:nvSpPr>
        <p:spPr>
          <a:xfrm>
            <a:off x="6206269" y="6062472"/>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12" name="Text Placeholder 46">
            <a:extLst>
              <a:ext uri="{FF2B5EF4-FFF2-40B4-BE49-F238E27FC236}">
                <a16:creationId xmlns:a16="http://schemas.microsoft.com/office/drawing/2014/main" id="{2C4E0AF4-17FD-BEAA-BDD9-806DC564D2F7}"/>
              </a:ext>
            </a:extLst>
          </p:cNvPr>
          <p:cNvSpPr>
            <a:spLocks noGrp="1"/>
          </p:cNvSpPr>
          <p:nvPr>
            <p:ph type="body" sz="quarter" idx="32"/>
          </p:nvPr>
        </p:nvSpPr>
        <p:spPr>
          <a:xfrm>
            <a:off x="8992774" y="6062472"/>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13" name="Text Placeholder 46">
            <a:extLst>
              <a:ext uri="{FF2B5EF4-FFF2-40B4-BE49-F238E27FC236}">
                <a16:creationId xmlns:a16="http://schemas.microsoft.com/office/drawing/2014/main" id="{35C6F103-92F0-87A2-E3CC-656E2EF3E365}"/>
              </a:ext>
            </a:extLst>
          </p:cNvPr>
          <p:cNvSpPr>
            <a:spLocks noGrp="1"/>
          </p:cNvSpPr>
          <p:nvPr>
            <p:ph type="body" sz="quarter" idx="33" hasCustomPrompt="1"/>
          </p:nvPr>
        </p:nvSpPr>
        <p:spPr>
          <a:xfrm>
            <a:off x="633259" y="6254496"/>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14" name="Text Placeholder 46">
            <a:extLst>
              <a:ext uri="{FF2B5EF4-FFF2-40B4-BE49-F238E27FC236}">
                <a16:creationId xmlns:a16="http://schemas.microsoft.com/office/drawing/2014/main" id="{C30881DE-F3FC-C690-BFCB-9EF66A5EB141}"/>
              </a:ext>
            </a:extLst>
          </p:cNvPr>
          <p:cNvSpPr>
            <a:spLocks noGrp="1"/>
          </p:cNvSpPr>
          <p:nvPr>
            <p:ph type="body" sz="quarter" idx="34" hasCustomPrompt="1"/>
          </p:nvPr>
        </p:nvSpPr>
        <p:spPr>
          <a:xfrm>
            <a:off x="3419764" y="6254496"/>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15" name="Text Placeholder 46">
            <a:extLst>
              <a:ext uri="{FF2B5EF4-FFF2-40B4-BE49-F238E27FC236}">
                <a16:creationId xmlns:a16="http://schemas.microsoft.com/office/drawing/2014/main" id="{971AAA9F-B007-79B3-0B99-BE5131FC81F3}"/>
              </a:ext>
            </a:extLst>
          </p:cNvPr>
          <p:cNvSpPr>
            <a:spLocks noGrp="1"/>
          </p:cNvSpPr>
          <p:nvPr>
            <p:ph type="body" sz="quarter" idx="35" hasCustomPrompt="1"/>
          </p:nvPr>
        </p:nvSpPr>
        <p:spPr>
          <a:xfrm>
            <a:off x="6206269" y="6254496"/>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16" name="Text Placeholder 46">
            <a:extLst>
              <a:ext uri="{FF2B5EF4-FFF2-40B4-BE49-F238E27FC236}">
                <a16:creationId xmlns:a16="http://schemas.microsoft.com/office/drawing/2014/main" id="{EDC1B84D-1134-2679-FDF4-5B93BE5F27E8}"/>
              </a:ext>
            </a:extLst>
          </p:cNvPr>
          <p:cNvSpPr>
            <a:spLocks noGrp="1"/>
          </p:cNvSpPr>
          <p:nvPr>
            <p:ph type="body" sz="quarter" idx="36" hasCustomPrompt="1"/>
          </p:nvPr>
        </p:nvSpPr>
        <p:spPr>
          <a:xfrm>
            <a:off x="8992774" y="6254496"/>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Tree>
    <p:extLst>
      <p:ext uri="{BB962C8B-B14F-4D97-AF65-F5344CB8AC3E}">
        <p14:creationId xmlns:p14="http://schemas.microsoft.com/office/powerpoint/2010/main" val="170490853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5" name="Freeform: Shape 44">
            <a:extLst>
              <a:ext uri="{FF2B5EF4-FFF2-40B4-BE49-F238E27FC236}">
                <a16:creationId xmlns:a16="http://schemas.microsoft.com/office/drawing/2014/main"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5" name="Freeform: Shape 34">
            <a:extLst>
              <a:ext uri="{FF2B5EF4-FFF2-40B4-BE49-F238E27FC236}">
                <a16:creationId xmlns:a16="http://schemas.microsoft.com/office/drawing/2014/main"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1" name="Freeform: Shape 40">
            <a:extLst>
              <a:ext uri="{FF2B5EF4-FFF2-40B4-BE49-F238E27FC236}">
                <a16:creationId xmlns:a16="http://schemas.microsoft.com/office/drawing/2014/main"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1" name="Text Placeholder 30">
            <a:extLst>
              <a:ext uri="{FF2B5EF4-FFF2-40B4-BE49-F238E27FC236}">
                <a16:creationId xmlns:a16="http://schemas.microsoft.com/office/drawing/2014/main" id="{F1D825FB-1257-A0AE-52A1-4542047D6730}"/>
              </a:ext>
            </a:extLst>
          </p:cNvPr>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rtlCol="0" anchor="ctr">
            <a:noAutofit/>
          </a:bodyPr>
          <a:lstStyle>
            <a:lvl1pPr marL="0" indent="0" algn="ctr">
              <a:lnSpc>
                <a:spcPct val="100000"/>
              </a:lnSpc>
              <a:spcBef>
                <a:spcPts val="0"/>
              </a:spcBef>
              <a:buNone/>
              <a:defRPr lang="en-GB" sz="2000" cap="all" baseline="0">
                <a:latin typeface="Gill Sans Nova" panose="020B0602020104020203" pitchFamily="34" charset="0"/>
              </a:defRPr>
            </a:lvl1pPr>
            <a:lvl2pPr marL="0" indent="0" algn="ctr">
              <a:lnSpc>
                <a:spcPct val="100000"/>
              </a:lnSpc>
              <a:spcBef>
                <a:spcPts val="0"/>
              </a:spcBef>
              <a:buNone/>
              <a:defRPr lang="en-GB" sz="1800"/>
            </a:lvl2pPr>
          </a:lstStyle>
          <a:p>
            <a:pPr lvl="0" rtl="0"/>
            <a:r>
              <a:rPr lang="en-US"/>
              <a:t>Click to edit Master text styles</a:t>
            </a:r>
          </a:p>
          <a:p>
            <a:pPr lvl="1" rtl="0"/>
            <a:r>
              <a:rPr lang="en-US"/>
              <a:t>Second level</a:t>
            </a:r>
          </a:p>
        </p:txBody>
      </p:sp>
      <p:sp>
        <p:nvSpPr>
          <p:cNvPr id="29" name="Text Placeholder 28">
            <a:extLst>
              <a:ext uri="{FF2B5EF4-FFF2-40B4-BE49-F238E27FC236}">
                <a16:creationId xmlns:a16="http://schemas.microsoft.com/office/drawing/2014/main" id="{D4FA3C64-C054-2952-4BDF-E6ECA3289E46}"/>
              </a:ext>
            </a:extLst>
          </p:cNvPr>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rtlCol="0" anchor="ctr">
            <a:noAutofit/>
          </a:bodyPr>
          <a:lstStyle>
            <a:lvl1pPr marL="0" indent="0" algn="ctr">
              <a:lnSpc>
                <a:spcPct val="100000"/>
              </a:lnSpc>
              <a:spcBef>
                <a:spcPts val="0"/>
              </a:spcBef>
              <a:buNone/>
              <a:defRPr lang="en-GB" sz="2000" cap="all" baseline="0">
                <a:latin typeface="Gill Sans Nova" panose="020B0602020104020203" pitchFamily="34" charset="0"/>
              </a:defRPr>
            </a:lvl1pPr>
            <a:lvl2pPr marL="0" indent="0" algn="ctr">
              <a:lnSpc>
                <a:spcPct val="100000"/>
              </a:lnSpc>
              <a:spcBef>
                <a:spcPts val="0"/>
              </a:spcBef>
              <a:buNone/>
              <a:defRPr lang="en-GB" sz="1800"/>
            </a:lvl2pPr>
          </a:lstStyle>
          <a:p>
            <a:pPr lvl="0" rtl="0"/>
            <a:r>
              <a:rPr lang="en-US"/>
              <a:t>Click to edit Master text styles</a:t>
            </a:r>
          </a:p>
          <a:p>
            <a:pPr lvl="1" rtl="0"/>
            <a:r>
              <a:rPr lang="en-US"/>
              <a:t>Second level</a:t>
            </a:r>
          </a:p>
        </p:txBody>
      </p:sp>
      <p:sp>
        <p:nvSpPr>
          <p:cNvPr id="30" name="Text Placeholder 29">
            <a:extLst>
              <a:ext uri="{FF2B5EF4-FFF2-40B4-BE49-F238E27FC236}">
                <a16:creationId xmlns:a16="http://schemas.microsoft.com/office/drawing/2014/main" id="{42FA87C5-37AE-BC94-DAF3-491F43AB1F03}"/>
              </a:ext>
            </a:extLst>
          </p:cNvPr>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rtlCol="0" anchor="ctr">
            <a:noAutofit/>
          </a:bodyPr>
          <a:lstStyle>
            <a:lvl1pPr marL="0" indent="0" algn="ctr">
              <a:lnSpc>
                <a:spcPct val="100000"/>
              </a:lnSpc>
              <a:spcBef>
                <a:spcPts val="0"/>
              </a:spcBef>
              <a:buNone/>
              <a:defRPr lang="en-GB" sz="2000" cap="all" baseline="0">
                <a:latin typeface="Gill Sans Nova" panose="020B0602020104020203" pitchFamily="34" charset="0"/>
              </a:defRPr>
            </a:lvl1pPr>
            <a:lvl2pPr marL="0" indent="0" algn="ctr">
              <a:lnSpc>
                <a:spcPct val="100000"/>
              </a:lnSpc>
              <a:spcBef>
                <a:spcPts val="0"/>
              </a:spcBef>
              <a:buNone/>
              <a:defRPr lang="en-GB" sz="1800"/>
            </a:lvl2pPr>
          </a:lstStyle>
          <a:p>
            <a:pPr lvl="0" rtl="0"/>
            <a:r>
              <a:rPr lang="en-US"/>
              <a:t>Click to edit Master text styles</a:t>
            </a:r>
          </a:p>
          <a:p>
            <a:pPr lvl="1" rtl="0"/>
            <a:r>
              <a:rPr lang="en-US"/>
              <a:t>Second level</a:t>
            </a:r>
          </a:p>
        </p:txBody>
      </p:sp>
      <p:sp>
        <p:nvSpPr>
          <p:cNvPr id="32" name="Text Placeholder 31">
            <a:extLst>
              <a:ext uri="{FF2B5EF4-FFF2-40B4-BE49-F238E27FC236}">
                <a16:creationId xmlns:a16="http://schemas.microsoft.com/office/drawing/2014/main" id="{FCBE7C00-A095-64CA-20DE-604F2CC1BAE6}"/>
              </a:ext>
            </a:extLst>
          </p:cNvPr>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rtlCol="0" anchor="ctr">
            <a:noAutofit/>
          </a:bodyPr>
          <a:lstStyle>
            <a:lvl1pPr marL="0" indent="0" algn="ctr">
              <a:lnSpc>
                <a:spcPct val="100000"/>
              </a:lnSpc>
              <a:spcBef>
                <a:spcPts val="0"/>
              </a:spcBef>
              <a:buNone/>
              <a:defRPr lang="en-GB" sz="2000" cap="all" baseline="0">
                <a:latin typeface="Gill Sans Nova" panose="020B0602020104020203" pitchFamily="34" charset="0"/>
              </a:defRPr>
            </a:lvl1pPr>
            <a:lvl2pPr marL="0" indent="0" algn="ctr">
              <a:lnSpc>
                <a:spcPct val="100000"/>
              </a:lnSpc>
              <a:spcBef>
                <a:spcPts val="0"/>
              </a:spcBef>
              <a:buNone/>
              <a:defRPr lang="en-GB" sz="1800"/>
            </a:lvl2pPr>
          </a:lstStyle>
          <a:p>
            <a:pPr lvl="0" rtl="0"/>
            <a:r>
              <a:rPr lang="en-US"/>
              <a:t>Click to edit Master text styles</a:t>
            </a:r>
          </a:p>
          <a:p>
            <a:pPr lvl="1" rtl="0"/>
            <a:r>
              <a:rPr lang="en-US"/>
              <a:t>Second level</a:t>
            </a:r>
          </a:p>
        </p:txBody>
      </p:sp>
      <p:sp>
        <p:nvSpPr>
          <p:cNvPr id="33" name="Text Placeholder 32">
            <a:extLst>
              <a:ext uri="{FF2B5EF4-FFF2-40B4-BE49-F238E27FC236}">
                <a16:creationId xmlns:a16="http://schemas.microsoft.com/office/drawing/2014/main" id="{DEA3A222-978C-86F9-2C65-2F702D50C43B}"/>
              </a:ext>
            </a:extLst>
          </p:cNvPr>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rtlCol="0" anchor="ctr">
            <a:noAutofit/>
          </a:bodyPr>
          <a:lstStyle>
            <a:lvl1pPr marL="0" indent="0" algn="ctr">
              <a:lnSpc>
                <a:spcPct val="100000"/>
              </a:lnSpc>
              <a:spcBef>
                <a:spcPts val="0"/>
              </a:spcBef>
              <a:buNone/>
              <a:defRPr lang="en-GB" sz="2000" cap="all" baseline="0">
                <a:latin typeface="Gill Sans Nova" panose="020B0602020104020203" pitchFamily="34" charset="0"/>
              </a:defRPr>
            </a:lvl1pPr>
            <a:lvl2pPr marL="0" indent="0" algn="ctr">
              <a:lnSpc>
                <a:spcPct val="100000"/>
              </a:lnSpc>
              <a:spcBef>
                <a:spcPts val="0"/>
              </a:spcBef>
              <a:buNone/>
              <a:defRPr lang="en-GB" sz="1800"/>
            </a:lvl2pPr>
          </a:lstStyle>
          <a:p>
            <a:pPr lvl="0" rtl="0"/>
            <a:r>
              <a:rPr lang="en-US"/>
              <a:t>Click to edit Master text styles</a:t>
            </a:r>
          </a:p>
          <a:p>
            <a:pPr lvl="1" rtl="0"/>
            <a:r>
              <a:rPr lang="en-US"/>
              <a:t>Second level</a:t>
            </a:r>
          </a:p>
        </p:txBody>
      </p:sp>
      <p:sp>
        <p:nvSpPr>
          <p:cNvPr id="52" name="Title 1">
            <a:extLst>
              <a:ext uri="{FF2B5EF4-FFF2-40B4-BE49-F238E27FC236}">
                <a16:creationId xmlns:a16="http://schemas.microsoft.com/office/drawing/2014/main" id="{66B7EB82-B226-DC7B-4629-981CFB7D6089}"/>
              </a:ext>
            </a:extLst>
          </p:cNvPr>
          <p:cNvSpPr>
            <a:spLocks noGrp="1"/>
          </p:cNvSpPr>
          <p:nvPr>
            <p:ph type="title" hasCustomPrompt="1"/>
          </p:nvPr>
        </p:nvSpPr>
        <p:spPr>
          <a:xfrm>
            <a:off x="576072" y="704088"/>
            <a:ext cx="10515600" cy="676656"/>
          </a:xfrm>
        </p:spPr>
        <p:txBody>
          <a:bodyPr rtlCol="0"/>
          <a:lstStyle>
            <a:lvl1pPr>
              <a:defRPr lang="en-GB" sz="4800"/>
            </a:lvl1pPr>
          </a:lstStyle>
          <a:p>
            <a:pPr rtl="0"/>
            <a:r>
              <a:rPr lang="en-GB"/>
              <a:t>click to edit master title style	</a:t>
            </a:r>
          </a:p>
        </p:txBody>
      </p:sp>
    </p:spTree>
    <p:extLst>
      <p:ext uri="{BB962C8B-B14F-4D97-AF65-F5344CB8AC3E}">
        <p14:creationId xmlns:p14="http://schemas.microsoft.com/office/powerpoint/2010/main" val="3021782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rtlCol="0"/>
          <a:lstStyle>
            <a:lvl1pPr>
              <a:defRPr lang="en-GB">
                <a:solidFill>
                  <a:schemeClr val="accent1"/>
                </a:solidFill>
              </a:defRPr>
            </a:lvl1pPr>
          </a:lstStyle>
          <a:p>
            <a:pPr rtl="0"/>
            <a:r>
              <a:rPr lang="en-GB"/>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rtlCol="0"/>
          <a:lstStyle>
            <a:lvl1pPr>
              <a:defRPr lang="en-GB">
                <a:solidFill>
                  <a:schemeClr val="accent1"/>
                </a:solidFill>
              </a:defRPr>
            </a:lvl1pPr>
          </a:lstStyle>
          <a:p>
            <a:pPr rtl="0"/>
            <a:r>
              <a:rPr lang="en-GB"/>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rtlCol="0"/>
          <a:lstStyle>
            <a:lvl1pPr>
              <a:defRPr lang="en-GB">
                <a:solidFill>
                  <a:schemeClr val="accent1"/>
                </a:solidFill>
              </a:defRPr>
            </a:lvl1pPr>
          </a:lstStyle>
          <a:p>
            <a:pPr rtl="0"/>
            <a:fld id="{58FB4751-880F-D840-AAA9-3A15815CC996}" type="slidenum">
              <a:rPr lang="en-GB" smtClean="0"/>
              <a:pPr/>
              <a:t>‹#›</a:t>
            </a:fld>
            <a:endParaRPr lang="en-GB"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rtlCol="0" anchor="b">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rtlCol="0" anchor="b">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rtlCol="0"/>
          <a:lstStyle>
            <a:lvl1pPr>
              <a:defRPr lang="en-GB" sz="4800">
                <a:solidFill>
                  <a:schemeClr val="accent1"/>
                </a:solidFill>
              </a:defRPr>
            </a:lvl1pPr>
          </a:lstStyle>
          <a:p>
            <a:pPr rtl="0"/>
            <a:r>
              <a:rPr lang="en-GB"/>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ree Column">
    <p:bg>
      <p:bgPr>
        <a:solidFill>
          <a:schemeClr val="bg2"/>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8" name="Freeform: Shape 17">
            <a:extLst>
              <a:ext uri="{FF2B5EF4-FFF2-40B4-BE49-F238E27FC236}">
                <a16:creationId xmlns:a16="http://schemas.microsoft.com/office/drawing/2014/main"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3529584" cy="402336"/>
          </a:xfrm>
        </p:spPr>
        <p:txBody>
          <a:bodyPr rtlCol="0" anchor="ctr">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505075"/>
            <a:ext cx="2944368" cy="3684588"/>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4782312" y="1911096"/>
            <a:ext cx="3529584" cy="402336"/>
          </a:xfrm>
        </p:spPr>
        <p:txBody>
          <a:bodyPr rtlCol="0" anchor="ctr">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4782312" y="2505075"/>
            <a:ext cx="2944368" cy="3684588"/>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rtlCol="0"/>
          <a:lstStyle>
            <a:lvl1pPr>
              <a:defRPr lang="en-GB">
                <a:solidFill>
                  <a:schemeClr val="accent1"/>
                </a:solidFill>
              </a:defRPr>
            </a:lvl1pPr>
          </a:lstStyle>
          <a:p>
            <a:pPr rtl="0"/>
            <a:r>
              <a:rPr lang="en-GB"/>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rtlCol="0"/>
          <a:lstStyle>
            <a:lvl1pPr>
              <a:defRPr lang="en-GB">
                <a:solidFill>
                  <a:schemeClr val="accent1"/>
                </a:solidFill>
              </a:defRPr>
            </a:lvl1pPr>
          </a:lstStyle>
          <a:p>
            <a:pPr rtl="0"/>
            <a:r>
              <a:rPr lang="en-GB"/>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rtlCol="0"/>
          <a:lstStyle>
            <a:lvl1pPr>
              <a:defRPr lang="en-GB">
                <a:solidFill>
                  <a:schemeClr val="accent1"/>
                </a:solidFill>
              </a:defRPr>
            </a:lvl1pPr>
          </a:lstStyle>
          <a:p>
            <a:pPr rtl="0"/>
            <a:fld id="{58FB4751-880F-D840-AAA9-3A15815CC996}" type="slidenum">
              <a:rPr lang="en-GB" smtClean="0"/>
              <a:pPr/>
              <a:t>‹#›</a:t>
            </a:fld>
            <a:endParaRPr lang="en-GB" dirty="0"/>
          </a:p>
        </p:txBody>
      </p:sp>
      <p:sp>
        <p:nvSpPr>
          <p:cNvPr id="29" name="Title 1">
            <a:extLst>
              <a:ext uri="{FF2B5EF4-FFF2-40B4-BE49-F238E27FC236}">
                <a16:creationId xmlns:a16="http://schemas.microsoft.com/office/drawing/2014/main" id="{D5CC739F-0299-DDC6-C35D-22282FF85CD2}"/>
              </a:ext>
            </a:extLst>
          </p:cNvPr>
          <p:cNvSpPr>
            <a:spLocks noGrp="1"/>
          </p:cNvSpPr>
          <p:nvPr>
            <p:ph type="title" hasCustomPrompt="1"/>
          </p:nvPr>
        </p:nvSpPr>
        <p:spPr>
          <a:xfrm>
            <a:off x="576072" y="704088"/>
            <a:ext cx="10515600" cy="676656"/>
          </a:xfrm>
        </p:spPr>
        <p:txBody>
          <a:bodyPr rtlCol="0"/>
          <a:lstStyle>
            <a:lvl1pPr>
              <a:defRPr lang="en-GB" sz="4800">
                <a:solidFill>
                  <a:schemeClr val="accent1"/>
                </a:solidFill>
              </a:defRPr>
            </a:lvl1pPr>
          </a:lstStyle>
          <a:p>
            <a:pPr rtl="0"/>
            <a:r>
              <a:rPr lang="en-GB"/>
              <a:t>click to edit master title style	</a:t>
            </a:r>
          </a:p>
        </p:txBody>
      </p:sp>
      <p:sp>
        <p:nvSpPr>
          <p:cNvPr id="30" name="Text Placeholder 4">
            <a:extLst>
              <a:ext uri="{FF2B5EF4-FFF2-40B4-BE49-F238E27FC236}">
                <a16:creationId xmlns:a16="http://schemas.microsoft.com/office/drawing/2014/main" id="{A2DF7EFD-1FC1-E7B0-3A5D-171FFD6F0DCF}"/>
              </a:ext>
            </a:extLst>
          </p:cNvPr>
          <p:cNvSpPr>
            <a:spLocks noGrp="1"/>
          </p:cNvSpPr>
          <p:nvPr>
            <p:ph type="body" sz="quarter" idx="13"/>
          </p:nvPr>
        </p:nvSpPr>
        <p:spPr>
          <a:xfrm>
            <a:off x="8860536" y="1911096"/>
            <a:ext cx="2944368" cy="402336"/>
          </a:xfrm>
        </p:spPr>
        <p:txBody>
          <a:bodyPr rtlCol="0" anchor="ctr">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31" name="Content Placeholder 5">
            <a:extLst>
              <a:ext uri="{FF2B5EF4-FFF2-40B4-BE49-F238E27FC236}">
                <a16:creationId xmlns:a16="http://schemas.microsoft.com/office/drawing/2014/main" id="{0733DE00-8CA6-606F-16DB-4372C1E5BD67}"/>
              </a:ext>
            </a:extLst>
          </p:cNvPr>
          <p:cNvSpPr>
            <a:spLocks noGrp="1"/>
          </p:cNvSpPr>
          <p:nvPr>
            <p:ph sz="quarter" idx="14"/>
          </p:nvPr>
        </p:nvSpPr>
        <p:spPr>
          <a:xfrm>
            <a:off x="8860536" y="2492438"/>
            <a:ext cx="2944368" cy="3684588"/>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cxnSp>
        <p:nvCxnSpPr>
          <p:cNvPr id="33" name="Straight Connector 32">
            <a:extLst>
              <a:ext uri="{FF2B5EF4-FFF2-40B4-BE49-F238E27FC236}">
                <a16:creationId xmlns:a16="http://schemas.microsoft.com/office/drawing/2014/main" id="{E90718B6-F0C0-E7EE-D41F-B5CE6A11D72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8627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430A716-DF40-A710-4FC7-CCCA4BD957F8}"/>
              </a:ext>
            </a:extLst>
          </p:cNvPr>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rtlCol="0">
            <a:normAutofit/>
          </a:bodyPr>
          <a:lstStyle>
            <a:lvl1pPr marL="0" indent="0">
              <a:lnSpc>
                <a:spcPct val="100000"/>
              </a:lnSpc>
              <a:spcBef>
                <a:spcPts val="0"/>
              </a:spcBef>
              <a:buNone/>
              <a:defRPr lang="en-GB" sz="1800"/>
            </a:lvl1pPr>
            <a:lvl2pPr marL="457200" indent="0">
              <a:buNone/>
              <a:defRPr lang="en-GB" sz="1400"/>
            </a:lvl2pPr>
            <a:lvl3pPr marL="914400" indent="0">
              <a:buNone/>
              <a:defRPr lang="en-GB" sz="1200"/>
            </a:lvl3pPr>
            <a:lvl4pPr marL="1371600" indent="0">
              <a:buNone/>
              <a:defRPr lang="en-GB" sz="1000"/>
            </a:lvl4pPr>
            <a:lvl5pPr marL="1828800" indent="0">
              <a:buNone/>
              <a:defRPr lang="en-GB" sz="1000"/>
            </a:lvl5pPr>
            <a:lvl6pPr marL="2286000" indent="0">
              <a:buNone/>
              <a:defRPr lang="en-GB" sz="1000"/>
            </a:lvl6pPr>
            <a:lvl7pPr marL="2743200" indent="0">
              <a:buNone/>
              <a:defRPr lang="en-GB" sz="1000"/>
            </a:lvl7pPr>
            <a:lvl8pPr marL="3200400" indent="0">
              <a:buNone/>
              <a:defRPr lang="en-GB" sz="1000"/>
            </a:lvl8pPr>
            <a:lvl9pPr marL="3657600" indent="0">
              <a:buNone/>
              <a:defRPr lang="en-GB" sz="1000"/>
            </a:lvl9pPr>
          </a:lstStyle>
          <a:p>
            <a:pPr lvl="0" rtl="0"/>
            <a:r>
              <a:rPr lang="en-US"/>
              <a:t>Click to edit Master text styles</a:t>
            </a:r>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9144000" cy="676656"/>
          </a:xfrm>
        </p:spPr>
        <p:txBody>
          <a:bodyPr rtlCol="0" anchor="b"/>
          <a:lstStyle>
            <a:lvl1pPr>
              <a:defRPr lang="en-GB" sz="4800"/>
            </a:lvl1pPr>
          </a:lstStyle>
          <a:p>
            <a:pPr rtl="0"/>
            <a:r>
              <a:rPr lang="en-GB"/>
              <a:t>click to edit master title style</a:t>
            </a:r>
          </a:p>
        </p:txBody>
      </p:sp>
      <p:sp>
        <p:nvSpPr>
          <p:cNvPr id="48" name="Freeform: Shape 47">
            <a:extLst>
              <a:ext uri="{FF2B5EF4-FFF2-40B4-BE49-F238E27FC236}">
                <a16:creationId xmlns:a16="http://schemas.microsoft.com/office/drawing/2014/main" id="{EACA9FF1-6A56-9028-20F7-293A5DAC2547}"/>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2" name="Picture Placeholder 41">
            <a:extLst>
              <a:ext uri="{FF2B5EF4-FFF2-40B4-BE49-F238E27FC236}">
                <a16:creationId xmlns:a16="http://schemas.microsoft.com/office/drawing/2014/main"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rtlCol="0" anchor="ctr">
            <a:noAutofit/>
          </a:bodyPr>
          <a:lstStyle>
            <a:lvl1pPr marL="0" indent="0" algn="ctr">
              <a:buNone/>
              <a:defRPr lang="en-GB" sz="3200"/>
            </a:lvl1pPr>
            <a:lvl2pPr marL="457200" indent="0">
              <a:buNone/>
              <a:defRPr lang="en-GB" sz="2800"/>
            </a:lvl2pPr>
            <a:lvl3pPr marL="914400" indent="0">
              <a:buNone/>
              <a:defRPr lang="en-GB" sz="2400"/>
            </a:lvl3pPr>
            <a:lvl4pPr marL="1371600" indent="0">
              <a:buNone/>
              <a:defRPr lang="en-GB" sz="2000"/>
            </a:lvl4pPr>
            <a:lvl5pPr marL="1828800" indent="0">
              <a:buNone/>
              <a:defRPr lang="en-GB" sz="2000"/>
            </a:lvl5pPr>
            <a:lvl6pPr marL="2286000" indent="0">
              <a:buNone/>
              <a:defRPr lang="en-GB" sz="2000"/>
            </a:lvl6pPr>
            <a:lvl7pPr marL="2743200" indent="0">
              <a:buNone/>
              <a:defRPr lang="en-GB" sz="2000"/>
            </a:lvl7pPr>
            <a:lvl8pPr marL="3200400" indent="0">
              <a:buNone/>
              <a:defRPr lang="en-GB" sz="2000"/>
            </a:lvl8pPr>
            <a:lvl9pPr marL="3657600" indent="0">
              <a:buNone/>
              <a:defRPr lang="en-GB" sz="2000"/>
            </a:lvl9pPr>
          </a:lstStyle>
          <a:p>
            <a:pPr rtl="0"/>
            <a:r>
              <a:rPr lang="en-US"/>
              <a:t>Click icon to add picture</a:t>
            </a:r>
            <a:endParaRPr lang="en-GB" dirty="0"/>
          </a:p>
        </p:txBody>
      </p:sp>
    </p:spTree>
    <p:extLst>
      <p:ext uri="{BB962C8B-B14F-4D97-AF65-F5344CB8AC3E}">
        <p14:creationId xmlns:p14="http://schemas.microsoft.com/office/powerpoint/2010/main" val="2336919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C3B985-E244-9B94-5C9B-8ED7DCD699F7}"/>
              </a:ext>
            </a:extLst>
          </p:cNvPr>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GB"/>
            </a:defPPr>
          </a:lstStyle>
          <a:p>
            <a:pPr algn="ctr" rtl="0"/>
            <a:endParaRPr lang="en-GB" dirty="0"/>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70432"/>
            <a:ext cx="9144000" cy="2387600"/>
          </a:xfrm>
        </p:spPr>
        <p:txBody>
          <a:bodyPr rtlCol="0" anchor="b"/>
          <a:lstStyle>
            <a:lvl1pPr algn="ctr">
              <a:defRPr lang="en-GB" sz="6000"/>
            </a:lvl1pPr>
          </a:lstStyle>
          <a:p>
            <a:pPr rtl="0"/>
            <a:r>
              <a:rPr lang="en-GB"/>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rtlCol="0"/>
          <a:lstStyle>
            <a:lvl1pPr marL="0" indent="0" algn="ctr">
              <a:buNone/>
              <a:defRPr lang="en-GB" sz="2400">
                <a:solidFill>
                  <a:schemeClr val="tx2"/>
                </a:solidFill>
              </a:defRPr>
            </a:lvl1pPr>
            <a:lvl2pPr marL="457200" indent="0" algn="ctr">
              <a:buNone/>
              <a:defRPr lang="en-GB" sz="2000"/>
            </a:lvl2pPr>
            <a:lvl3pPr marL="914400" indent="0" algn="ctr">
              <a:buNone/>
              <a:defRPr lang="en-GB" sz="1800"/>
            </a:lvl3pPr>
            <a:lvl4pPr marL="1371600" indent="0" algn="ctr">
              <a:buNone/>
              <a:defRPr lang="en-GB" sz="1600"/>
            </a:lvl4pPr>
            <a:lvl5pPr marL="1828800" indent="0" algn="ctr">
              <a:buNone/>
              <a:defRPr lang="en-GB" sz="1600"/>
            </a:lvl5pPr>
            <a:lvl6pPr marL="2286000" indent="0" algn="ctr">
              <a:buNone/>
              <a:defRPr lang="en-GB" sz="1600"/>
            </a:lvl6pPr>
            <a:lvl7pPr marL="2743200" indent="0" algn="ctr">
              <a:buNone/>
              <a:defRPr lang="en-GB" sz="1600"/>
            </a:lvl7pPr>
            <a:lvl8pPr marL="3200400" indent="0" algn="ctr">
              <a:buNone/>
              <a:defRPr lang="en-GB" sz="1600"/>
            </a:lvl8pPr>
            <a:lvl9pPr marL="3657600" indent="0" algn="ctr">
              <a:buNone/>
              <a:defRPr lang="en-GB" sz="1600"/>
            </a:lvl9pPr>
          </a:lstStyle>
          <a:p>
            <a:pPr rtl="0"/>
            <a:r>
              <a:rPr lang="en-US"/>
              <a:t>Click to edit Master subtitle style</a:t>
            </a:r>
            <a:endParaRPr lang="en-GB"/>
          </a:p>
        </p:txBody>
      </p:sp>
      <p:sp>
        <p:nvSpPr>
          <p:cNvPr id="16" name="Freeform: Shape 15">
            <a:extLst>
              <a:ext uri="{FF2B5EF4-FFF2-40B4-BE49-F238E27FC236}">
                <a16:creationId xmlns:a16="http://schemas.microsoft.com/office/drawing/2014/main" id="{EA01FE67-785F-1A9A-BBBD-4F9A419AC158}"/>
              </a:ext>
            </a:extLst>
          </p:cNvPr>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5" name="Freeform: Shape 24">
            <a:extLst>
              <a:ext uri="{FF2B5EF4-FFF2-40B4-BE49-F238E27FC236}">
                <a16:creationId xmlns:a16="http://schemas.microsoft.com/office/drawing/2014/main" id="{BF7A62BA-11D3-585A-8CBD-5E0FB4DE522D}"/>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657158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rtlCol="0" anchor="b"/>
          <a:lstStyle>
            <a:lvl1pPr>
              <a:defRPr lang="en-GB" sz="4800"/>
            </a:lvl1pPr>
          </a:lstStyle>
          <a:p>
            <a:pPr rtl="0"/>
            <a:r>
              <a:rPr lang="en-GB"/>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rtlCol="0"/>
          <a:lstStyle>
            <a:defPPr>
              <a:defRPr lang="en-GB"/>
            </a:defPPr>
          </a:lstStyle>
          <a:p>
            <a:pPr rtl="0"/>
            <a:r>
              <a:rPr lang="en-GB"/>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rtlCol="0"/>
          <a:lstStyle>
            <a:defPPr>
              <a:defRPr lang="en-GB"/>
            </a:defPPr>
          </a:lstStyle>
          <a:p>
            <a:pPr rtl="0"/>
            <a:r>
              <a:rPr lang="en-GB"/>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rtlCol="0" anchor="b"/>
          <a:lstStyle>
            <a:lvl1pPr>
              <a:defRPr lang="en-GB" sz="4800"/>
            </a:lvl1pPr>
          </a:lstStyle>
          <a:p>
            <a:pPr rtl="0"/>
            <a:r>
              <a:rPr lang="en-GB"/>
              <a:t>click to edit master title style</a:t>
            </a:r>
          </a:p>
        </p:txBody>
      </p:sp>
    </p:spTree>
    <p:extLst>
      <p:ext uri="{BB962C8B-B14F-4D97-AF65-F5344CB8AC3E}">
        <p14:creationId xmlns:p14="http://schemas.microsoft.com/office/powerpoint/2010/main" val="436417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CA1E289D-5AB0-EF69-573E-509925B56AD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1" name="Freeform: Shape 10">
            <a:extLst>
              <a:ext uri="{FF2B5EF4-FFF2-40B4-BE49-F238E27FC236}">
                <a16:creationId xmlns:a16="http://schemas.microsoft.com/office/drawing/2014/main" id="{46B8D33D-94BC-23EE-0691-9CC4E4CFE33B}"/>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Title 1">
            <a:extLst>
              <a:ext uri="{FF2B5EF4-FFF2-40B4-BE49-F238E27FC236}">
                <a16:creationId xmlns:a16="http://schemas.microsoft.com/office/drawing/2014/main" id="{6CE7DD89-FEA2-9BBA-778E-4E9F25BE143B}"/>
              </a:ext>
            </a:extLst>
          </p:cNvPr>
          <p:cNvSpPr>
            <a:spLocks noGrp="1"/>
          </p:cNvSpPr>
          <p:nvPr>
            <p:ph type="title" hasCustomPrompt="1"/>
          </p:nvPr>
        </p:nvSpPr>
        <p:spPr>
          <a:xfrm>
            <a:off x="839788" y="457200"/>
            <a:ext cx="3932237" cy="1600200"/>
          </a:xfrm>
        </p:spPr>
        <p:txBody>
          <a:bodyPr rtlCol="0" anchor="b"/>
          <a:lstStyle>
            <a:lvl1pPr>
              <a:defRPr lang="en-GB" sz="3200"/>
            </a:lvl1pPr>
          </a:lstStyle>
          <a:p>
            <a:pPr rtl="0"/>
            <a:r>
              <a:rPr lang="en-GB"/>
              <a:t>click to edit master title style</a:t>
            </a:r>
          </a:p>
        </p:txBody>
      </p:sp>
      <p:sp>
        <p:nvSpPr>
          <p:cNvPr id="3" name="Content Placeholder 2">
            <a:extLst>
              <a:ext uri="{FF2B5EF4-FFF2-40B4-BE49-F238E27FC236}">
                <a16:creationId xmlns:a16="http://schemas.microsoft.com/office/drawing/2014/main" id="{2854D77E-556E-0A77-D94A-FEE6C4493050}"/>
              </a:ext>
            </a:extLst>
          </p:cNvPr>
          <p:cNvSpPr>
            <a:spLocks noGrp="1"/>
          </p:cNvSpPr>
          <p:nvPr>
            <p:ph idx="1"/>
          </p:nvPr>
        </p:nvSpPr>
        <p:spPr>
          <a:xfrm>
            <a:off x="5183188" y="987425"/>
            <a:ext cx="6172200" cy="4873625"/>
          </a:xfrm>
        </p:spPr>
        <p:txBody>
          <a:bodyPr rtlCol="0"/>
          <a:lstStyle>
            <a:lvl1pPr>
              <a:defRPr lang="en-GB" sz="3200"/>
            </a:lvl1pPr>
            <a:lvl2pPr>
              <a:defRPr lang="en-GB" sz="2800"/>
            </a:lvl2pPr>
            <a:lvl3pPr>
              <a:defRPr lang="en-GB" sz="2400"/>
            </a:lvl3pPr>
            <a:lvl4pPr>
              <a:defRPr lang="en-GB" sz="2000"/>
            </a:lvl4pPr>
            <a:lvl5pPr>
              <a:defRPr lang="en-GB" sz="2000"/>
            </a:lvl5pPr>
            <a:lvl6pPr>
              <a:defRPr lang="en-GB" sz="2000"/>
            </a:lvl6pPr>
            <a:lvl7pPr>
              <a:defRPr lang="en-GB" sz="2000"/>
            </a:lvl7pPr>
            <a:lvl8pPr>
              <a:defRPr lang="en-GB" sz="2000"/>
            </a:lvl8pPr>
            <a:lvl9pPr>
              <a:defRPr lang="en-GB" sz="2000"/>
            </a:lvl9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Text Placeholder 3">
            <a:extLst>
              <a:ext uri="{FF2B5EF4-FFF2-40B4-BE49-F238E27FC236}">
                <a16:creationId xmlns:a16="http://schemas.microsoft.com/office/drawing/2014/main" id="{D964CE25-BC90-F218-081D-1F318A66E636}"/>
              </a:ext>
            </a:extLst>
          </p:cNvPr>
          <p:cNvSpPr>
            <a:spLocks noGrp="1"/>
          </p:cNvSpPr>
          <p:nvPr>
            <p:ph type="body" sz="half" idx="2"/>
          </p:nvPr>
        </p:nvSpPr>
        <p:spPr>
          <a:xfrm>
            <a:off x="839788" y="2057400"/>
            <a:ext cx="3932237" cy="3811588"/>
          </a:xfrm>
        </p:spPr>
        <p:txBody>
          <a:bodyPr rtlCol="0"/>
          <a:lstStyle>
            <a:lvl1pPr marL="0" indent="0">
              <a:buNone/>
              <a:defRPr lang="en-GB" sz="1600"/>
            </a:lvl1pPr>
            <a:lvl2pPr marL="457200" indent="0">
              <a:buNone/>
              <a:defRPr lang="en-GB" sz="1400"/>
            </a:lvl2pPr>
            <a:lvl3pPr marL="914400" indent="0">
              <a:buNone/>
              <a:defRPr lang="en-GB" sz="1200"/>
            </a:lvl3pPr>
            <a:lvl4pPr marL="1371600" indent="0">
              <a:buNone/>
              <a:defRPr lang="en-GB" sz="1000"/>
            </a:lvl4pPr>
            <a:lvl5pPr marL="1828800" indent="0">
              <a:buNone/>
              <a:defRPr lang="en-GB" sz="1000"/>
            </a:lvl5pPr>
            <a:lvl6pPr marL="2286000" indent="0">
              <a:buNone/>
              <a:defRPr lang="en-GB" sz="1000"/>
            </a:lvl6pPr>
            <a:lvl7pPr marL="2743200" indent="0">
              <a:buNone/>
              <a:defRPr lang="en-GB" sz="1000"/>
            </a:lvl7pPr>
            <a:lvl8pPr marL="3200400" indent="0">
              <a:buNone/>
              <a:defRPr lang="en-GB" sz="1000"/>
            </a:lvl8pPr>
            <a:lvl9pPr marL="3657600" indent="0">
              <a:buNone/>
              <a:defRPr lang="en-GB" sz="1000"/>
            </a:lvl9pPr>
          </a:lstStyle>
          <a:p>
            <a:pPr lvl="0" rtl="0"/>
            <a:r>
              <a:rPr lang="en-US"/>
              <a:t>Click to edit Master text styles</a:t>
            </a:r>
          </a:p>
        </p:txBody>
      </p:sp>
      <p:sp>
        <p:nvSpPr>
          <p:cNvPr id="5" name="Date Placeholder 4">
            <a:extLst>
              <a:ext uri="{FF2B5EF4-FFF2-40B4-BE49-F238E27FC236}">
                <a16:creationId xmlns:a16="http://schemas.microsoft.com/office/drawing/2014/main" id="{F8061380-5630-29CD-5357-ECACB77A7FAC}"/>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F77E390A-17CB-4BA8-9C29-A42E9C0A493B}"/>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AE7B19B5-A87D-987E-D2A1-00BF3335EF8E}"/>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Tree>
    <p:extLst>
      <p:ext uri="{BB962C8B-B14F-4D97-AF65-F5344CB8AC3E}">
        <p14:creationId xmlns:p14="http://schemas.microsoft.com/office/powerpoint/2010/main" val="495225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defPPr>
              <a:defRPr lang="en-GB"/>
            </a:defPPr>
          </a:lstStyle>
          <a:p>
            <a:pPr rtl="0"/>
            <a:r>
              <a:rPr lang="en-US"/>
              <a:t>Click to edit Master title style</a:t>
            </a:r>
            <a:endParaRPr lang="en-GB"/>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lang="en-GB" sz="1400">
                <a:solidFill>
                  <a:schemeClr val="tx1"/>
                </a:solidFill>
              </a:defRPr>
            </a:lvl1pPr>
          </a:lstStyle>
          <a:p>
            <a:pPr rtl="0"/>
            <a:r>
              <a:rPr lang="en-GB"/>
              <a:t>20XX</a:t>
            </a:r>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lang="en-GB" sz="1400">
                <a:solidFill>
                  <a:schemeClr val="tx1"/>
                </a:solidFill>
              </a:defRPr>
            </a:lvl1pPr>
          </a:lstStyle>
          <a:p>
            <a:pPr rtl="0"/>
            <a:r>
              <a:rPr lang="en-GB"/>
              <a:t>presentation title</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lang="en-GB" sz="1400">
                <a:solidFill>
                  <a:schemeClr val="tx1"/>
                </a:solidFill>
              </a:defRPr>
            </a:lvl1pPr>
          </a:lstStyle>
          <a:p>
            <a:pPr rtl="0"/>
            <a:fld id="{58FB4751-880F-D840-AAA9-3A15815CC996}" type="slidenum">
              <a:rPr lang="en-GB" smtClean="0"/>
              <a:pPr/>
              <a:t>‹#›</a:t>
            </a:fld>
            <a:endParaRPr lang="en-GB"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7" r:id="rId3"/>
    <p:sldLayoutId id="2147483651" r:id="rId4"/>
    <p:sldLayoutId id="2147483659" r:id="rId5"/>
    <p:sldLayoutId id="2147483660" r:id="rId6"/>
    <p:sldLayoutId id="2147483664" r:id="rId7"/>
    <p:sldLayoutId id="2147483661" r:id="rId8"/>
    <p:sldLayoutId id="2147483662" r:id="rId9"/>
    <p:sldLayoutId id="2147483663" r:id="rId10"/>
    <p:sldLayoutId id="2147483654" r:id="rId11"/>
    <p:sldLayoutId id="2147483653" r:id="rId12"/>
    <p:sldLayoutId id="2147483667" r:id="rId13"/>
    <p:sldLayoutId id="2147483665" r:id="rId14"/>
    <p:sldLayoutId id="2147483666" r:id="rId15"/>
    <p:sldLayoutId id="2147483652" r:id="rId16"/>
    <p:sldLayoutId id="2147483655" r:id="rId17"/>
    <p:sldLayoutId id="2147483656" r:id="rId18"/>
  </p:sldLayoutIdLst>
  <p:hf hdr="0"/>
  <p:txStyles>
    <p:titleStyle>
      <a:lvl1pPr algn="l" defTabSz="914400" rtl="0" eaLnBrk="1" latinLnBrk="0" hangingPunct="1">
        <a:lnSpc>
          <a:spcPct val="90000"/>
        </a:lnSpc>
        <a:spcBef>
          <a:spcPct val="0"/>
        </a:spcBef>
        <a:buNone/>
        <a:defRPr lang="en-GB"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GB"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GB"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p:bodyStyle>
    <p:otherStyle>
      <a:defPPr>
        <a:defRPr lang="en-GB"/>
      </a:defPPr>
      <a:lvl1pPr marL="0" algn="l" defTabSz="914400" rtl="0" eaLnBrk="1" latinLnBrk="0" hangingPunct="1">
        <a:defRPr lang="en-GB" sz="1800" kern="1200">
          <a:solidFill>
            <a:schemeClr val="tx1"/>
          </a:solidFill>
          <a:latin typeface="+mn-lt"/>
          <a:ea typeface="+mn-ea"/>
          <a:cs typeface="+mn-cs"/>
        </a:defRPr>
      </a:lvl1pPr>
      <a:lvl2pPr marL="457200" algn="l" defTabSz="914400" rtl="0" eaLnBrk="1" latinLnBrk="0" hangingPunct="1">
        <a:defRPr lang="en-GB" sz="1800" kern="1200">
          <a:solidFill>
            <a:schemeClr val="tx1"/>
          </a:solidFill>
          <a:latin typeface="+mn-lt"/>
          <a:ea typeface="+mn-ea"/>
          <a:cs typeface="+mn-cs"/>
        </a:defRPr>
      </a:lvl2pPr>
      <a:lvl3pPr marL="914400" algn="l" defTabSz="914400" rtl="0" eaLnBrk="1" latinLnBrk="0" hangingPunct="1">
        <a:defRPr lang="en-GB" sz="1800" kern="1200">
          <a:solidFill>
            <a:schemeClr val="tx1"/>
          </a:solidFill>
          <a:latin typeface="+mn-lt"/>
          <a:ea typeface="+mn-ea"/>
          <a:cs typeface="+mn-cs"/>
        </a:defRPr>
      </a:lvl3pPr>
      <a:lvl4pPr marL="1371600" algn="l" defTabSz="914400" rtl="0" eaLnBrk="1" latinLnBrk="0" hangingPunct="1">
        <a:defRPr lang="en-GB" sz="1800" kern="1200">
          <a:solidFill>
            <a:schemeClr val="tx1"/>
          </a:solidFill>
          <a:latin typeface="+mn-lt"/>
          <a:ea typeface="+mn-ea"/>
          <a:cs typeface="+mn-cs"/>
        </a:defRPr>
      </a:lvl4pPr>
      <a:lvl5pPr marL="1828800" algn="l" defTabSz="914400" rtl="0" eaLnBrk="1" latinLnBrk="0" hangingPunct="1">
        <a:defRPr lang="en-GB" sz="1800" kern="1200">
          <a:solidFill>
            <a:schemeClr val="tx1"/>
          </a:solidFill>
          <a:latin typeface="+mn-lt"/>
          <a:ea typeface="+mn-ea"/>
          <a:cs typeface="+mn-cs"/>
        </a:defRPr>
      </a:lvl5pPr>
      <a:lvl6pPr marL="2286000" algn="l" defTabSz="914400" rtl="0" eaLnBrk="1" latinLnBrk="0" hangingPunct="1">
        <a:defRPr lang="en-GB" sz="1800" kern="1200">
          <a:solidFill>
            <a:schemeClr val="tx1"/>
          </a:solidFill>
          <a:latin typeface="+mn-lt"/>
          <a:ea typeface="+mn-ea"/>
          <a:cs typeface="+mn-cs"/>
        </a:defRPr>
      </a:lvl6pPr>
      <a:lvl7pPr marL="2743200" algn="l" defTabSz="914400" rtl="0" eaLnBrk="1" latinLnBrk="0" hangingPunct="1">
        <a:defRPr lang="en-GB" sz="1800" kern="1200">
          <a:solidFill>
            <a:schemeClr val="tx1"/>
          </a:solidFill>
          <a:latin typeface="+mn-lt"/>
          <a:ea typeface="+mn-ea"/>
          <a:cs typeface="+mn-cs"/>
        </a:defRPr>
      </a:lvl7pPr>
      <a:lvl8pPr marL="3200400" algn="l" defTabSz="914400" rtl="0" eaLnBrk="1" latinLnBrk="0" hangingPunct="1">
        <a:defRPr lang="en-GB" sz="1800" kern="1200">
          <a:solidFill>
            <a:schemeClr val="tx1"/>
          </a:solidFill>
          <a:latin typeface="+mn-lt"/>
          <a:ea typeface="+mn-ea"/>
          <a:cs typeface="+mn-cs"/>
        </a:defRPr>
      </a:lvl8pPr>
      <a:lvl9pPr marL="3657600" algn="l" defTabSz="914400" rtl="0" eaLnBrk="1" latinLnBrk="0" hangingPunct="1">
        <a:defRPr lang="en-GB"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p:txBody>
          <a:bodyPr rtlCol="0"/>
          <a:lstStyle>
            <a:defPPr>
              <a:defRPr lang="en-GB"/>
            </a:defPPr>
          </a:lstStyle>
          <a:p>
            <a:pPr rtl="0"/>
            <a:r>
              <a:rPr lang="en-GB" dirty="0"/>
              <a:t>Welcome to my portfolio</a:t>
            </a:r>
          </a:p>
        </p:txBody>
      </p:sp>
      <p:sp>
        <p:nvSpPr>
          <p:cNvPr id="3" name="Subtitle 2">
            <a:extLst>
              <a:ext uri="{FF2B5EF4-FFF2-40B4-BE49-F238E27FC236}">
                <a16:creationId xmlns:a16="http://schemas.microsoft.com/office/drawing/2014/main" id="{CA0D2251-7AFE-1B36-778C-D116EDBB7FDE}"/>
              </a:ext>
            </a:extLst>
          </p:cNvPr>
          <p:cNvSpPr>
            <a:spLocks noGrp="1"/>
          </p:cNvSpPr>
          <p:nvPr>
            <p:ph type="subTitle" idx="1"/>
          </p:nvPr>
        </p:nvSpPr>
        <p:spPr/>
        <p:txBody>
          <a:bodyPr rtlCol="0"/>
          <a:lstStyle>
            <a:defPPr>
              <a:defRPr lang="en-GB"/>
            </a:defPPr>
          </a:lstStyle>
          <a:p>
            <a:pPr rtl="0"/>
            <a:r>
              <a:rPr lang="en-GB" dirty="0"/>
              <a:t>Presented by Moses Ndale</a:t>
            </a:r>
          </a:p>
        </p:txBody>
      </p:sp>
    </p:spTree>
    <p:extLst>
      <p:ext uri="{BB962C8B-B14F-4D97-AF65-F5344CB8AC3E}">
        <p14:creationId xmlns:p14="http://schemas.microsoft.com/office/powerpoint/2010/main" val="417536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878135-3F5C-BB53-0082-122956799B79}"/>
              </a:ext>
            </a:extLst>
          </p:cNvPr>
          <p:cNvSpPr>
            <a:spLocks noGrp="1"/>
          </p:cNvSpPr>
          <p:nvPr>
            <p:ph type="title"/>
          </p:nvPr>
        </p:nvSpPr>
        <p:spPr/>
        <p:txBody>
          <a:bodyPr rtlCol="0"/>
          <a:lstStyle>
            <a:defPPr>
              <a:defRPr lang="en-GB"/>
            </a:defPPr>
          </a:lstStyle>
          <a:p>
            <a:pPr rtl="0"/>
            <a:r>
              <a:rPr lang="en-GB" sz="4000" dirty="0"/>
              <a:t>Table of contents</a:t>
            </a:r>
          </a:p>
        </p:txBody>
      </p:sp>
      <p:graphicFrame>
        <p:nvGraphicFramePr>
          <p:cNvPr id="10" name="Content Placeholder 9">
            <a:extLst>
              <a:ext uri="{FF2B5EF4-FFF2-40B4-BE49-F238E27FC236}">
                <a16:creationId xmlns:a16="http://schemas.microsoft.com/office/drawing/2014/main" id="{270E5EAD-AA7B-0F62-5791-F33175A3575F}"/>
              </a:ext>
            </a:extLst>
          </p:cNvPr>
          <p:cNvGraphicFramePr>
            <a:graphicFrameLocks noGrp="1"/>
          </p:cNvGraphicFramePr>
          <p:nvPr>
            <p:ph idx="1"/>
            <p:extLst>
              <p:ext uri="{D42A27DB-BD31-4B8C-83A1-F6EECF244321}">
                <p14:modId xmlns:p14="http://schemas.microsoft.com/office/powerpoint/2010/main" val="89927432"/>
              </p:ext>
            </p:extLst>
          </p:nvPr>
        </p:nvGraphicFramePr>
        <p:xfrm>
          <a:off x="7637446" y="581152"/>
          <a:ext cx="4132263" cy="5979110"/>
        </p:xfrm>
        <a:graphic>
          <a:graphicData uri="http://schemas.openxmlformats.org/drawingml/2006/table">
            <a:tbl>
              <a:tblPr firstRow="1" bandRow="1">
                <a:tableStyleId>{3B4B98B0-60AC-42C2-AFA5-B58CD77FA1E5}</a:tableStyleId>
              </a:tblPr>
              <a:tblGrid>
                <a:gridCol w="4132263">
                  <a:extLst>
                    <a:ext uri="{9D8B030D-6E8A-4147-A177-3AD203B41FA5}">
                      <a16:colId xmlns:a16="http://schemas.microsoft.com/office/drawing/2014/main" val="1203376772"/>
                    </a:ext>
                  </a:extLst>
                </a:gridCol>
              </a:tblGrid>
              <a:tr h="949910">
                <a:tc>
                  <a:txBody>
                    <a:bodyPr/>
                    <a:lstStyle/>
                    <a:p>
                      <a:r>
                        <a:rPr lang="en-US" sz="2400" dirty="0"/>
                        <a:t>Introduction page</a:t>
                      </a:r>
                    </a:p>
                    <a:p>
                      <a:endParaRPr lang="en-US" dirty="0"/>
                    </a:p>
                    <a:p>
                      <a:r>
                        <a:rPr lang="en-US" dirty="0"/>
                        <a:t>                                                           </a:t>
                      </a:r>
                      <a:r>
                        <a:rPr lang="en-US" sz="2400" dirty="0"/>
                        <a:t>1</a:t>
                      </a:r>
                      <a:endParaRPr lang="en-GB" sz="2400" dirty="0"/>
                    </a:p>
                  </a:txBody>
                  <a:tcPr/>
                </a:tc>
                <a:extLst>
                  <a:ext uri="{0D108BD9-81ED-4DB2-BD59-A6C34878D82A}">
                    <a16:rowId xmlns:a16="http://schemas.microsoft.com/office/drawing/2014/main" val="1902318553"/>
                  </a:ext>
                </a:extLst>
              </a:tr>
              <a:tr h="9499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43E34"/>
                          </a:solidFill>
                          <a:effectLst/>
                          <a:uLnTx/>
                          <a:uFillTx/>
                          <a:latin typeface="+mn-lt"/>
                          <a:ea typeface="+mn-ea"/>
                          <a:cs typeface="+mn-cs"/>
                        </a:rPr>
                        <a:t>Table of contents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543E34"/>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43E34"/>
                          </a:solidFill>
                          <a:effectLst/>
                          <a:uLnTx/>
                          <a:uFillTx/>
                          <a:latin typeface="+mn-lt"/>
                          <a:ea typeface="+mn-ea"/>
                          <a:cs typeface="+mn-cs"/>
                        </a:rPr>
                        <a:t>                                                           </a:t>
                      </a:r>
                      <a:r>
                        <a:rPr kumimoji="0" lang="en-US" sz="2400" b="1" i="0" u="none" strike="noStrike" kern="1200" cap="none" spc="0" normalizeH="0" baseline="0" noProof="0" dirty="0">
                          <a:ln>
                            <a:noFill/>
                          </a:ln>
                          <a:solidFill>
                            <a:srgbClr val="543E34"/>
                          </a:solidFill>
                          <a:effectLst/>
                          <a:uLnTx/>
                          <a:uFillTx/>
                          <a:latin typeface="+mn-lt"/>
                          <a:ea typeface="+mn-ea"/>
                          <a:cs typeface="+mn-cs"/>
                        </a:rPr>
                        <a:t>2</a:t>
                      </a:r>
                      <a:endParaRPr kumimoji="0" lang="en-GB" sz="2400" b="1" i="0" u="none" strike="noStrike" kern="1200" cap="none" spc="0" normalizeH="0" baseline="0" noProof="0" dirty="0">
                        <a:ln>
                          <a:noFill/>
                        </a:ln>
                        <a:solidFill>
                          <a:srgbClr val="543E34"/>
                        </a:solidFill>
                        <a:effectLst/>
                        <a:uLnTx/>
                        <a:uFillTx/>
                        <a:latin typeface="+mn-lt"/>
                        <a:ea typeface="+mn-ea"/>
                        <a:cs typeface="+mn-cs"/>
                      </a:endParaRPr>
                    </a:p>
                    <a:p>
                      <a:endParaRPr lang="en-GB" dirty="0"/>
                    </a:p>
                  </a:txBody>
                  <a:tcPr/>
                </a:tc>
                <a:extLst>
                  <a:ext uri="{0D108BD9-81ED-4DB2-BD59-A6C34878D82A}">
                    <a16:rowId xmlns:a16="http://schemas.microsoft.com/office/drawing/2014/main" val="2728775734"/>
                  </a:ext>
                </a:extLst>
              </a:tr>
              <a:tr h="9499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43E34"/>
                          </a:solidFill>
                          <a:effectLst/>
                          <a:uLnTx/>
                          <a:uFillTx/>
                          <a:latin typeface="+mn-lt"/>
                          <a:ea typeface="+mn-ea"/>
                          <a:cs typeface="+mn-cs"/>
                        </a:rPr>
                        <a:t>Unity 3D football game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543E34"/>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43E34"/>
                          </a:solidFill>
                          <a:effectLst/>
                          <a:uLnTx/>
                          <a:uFillTx/>
                          <a:latin typeface="+mn-lt"/>
                          <a:ea typeface="+mn-ea"/>
                          <a:cs typeface="+mn-cs"/>
                        </a:rPr>
                        <a:t>                                                           </a:t>
                      </a:r>
                      <a:r>
                        <a:rPr kumimoji="0" lang="en-US" sz="2400" b="1" i="0" u="none" strike="noStrike" kern="1200" cap="none" spc="0" normalizeH="0" baseline="0" noProof="0" dirty="0">
                          <a:ln>
                            <a:noFill/>
                          </a:ln>
                          <a:solidFill>
                            <a:srgbClr val="543E34"/>
                          </a:solidFill>
                          <a:effectLst/>
                          <a:uLnTx/>
                          <a:uFillTx/>
                          <a:latin typeface="+mn-lt"/>
                          <a:ea typeface="+mn-ea"/>
                          <a:cs typeface="+mn-cs"/>
                        </a:rPr>
                        <a:t>3</a:t>
                      </a:r>
                      <a:endParaRPr kumimoji="0" lang="en-GB" sz="2400" b="1" i="0" u="none" strike="noStrike" kern="1200" cap="none" spc="0" normalizeH="0" baseline="0" noProof="0" dirty="0">
                        <a:ln>
                          <a:noFill/>
                        </a:ln>
                        <a:solidFill>
                          <a:srgbClr val="543E34"/>
                        </a:solidFill>
                        <a:effectLst/>
                        <a:uLnTx/>
                        <a:uFillTx/>
                        <a:latin typeface="+mn-lt"/>
                        <a:ea typeface="+mn-ea"/>
                        <a:cs typeface="+mn-cs"/>
                      </a:endParaRPr>
                    </a:p>
                    <a:p>
                      <a:endParaRPr lang="en-GB" dirty="0"/>
                    </a:p>
                  </a:txBody>
                  <a:tcPr/>
                </a:tc>
                <a:extLst>
                  <a:ext uri="{0D108BD9-81ED-4DB2-BD59-A6C34878D82A}">
                    <a16:rowId xmlns:a16="http://schemas.microsoft.com/office/drawing/2014/main" val="2794159864"/>
                  </a:ext>
                </a:extLst>
              </a:tr>
              <a:tr h="949910">
                <a:tc>
                  <a:txBody>
                    <a:bodyPr/>
                    <a:lstStyle/>
                    <a:p>
                      <a:r>
                        <a:rPr lang="en-US" sz="2400" b="1" dirty="0"/>
                        <a:t>Further discussion of unity 3D football game project </a:t>
                      </a:r>
                    </a:p>
                    <a:p>
                      <a:r>
                        <a:rPr lang="en-US" sz="2400" b="1" dirty="0"/>
                        <a:t>                                             4</a:t>
                      </a:r>
                      <a:endParaRPr lang="en-GB" sz="2400" b="1" dirty="0"/>
                    </a:p>
                  </a:txBody>
                  <a:tcPr/>
                </a:tc>
                <a:extLst>
                  <a:ext uri="{0D108BD9-81ED-4DB2-BD59-A6C34878D82A}">
                    <a16:rowId xmlns:a16="http://schemas.microsoft.com/office/drawing/2014/main" val="864727026"/>
                  </a:ext>
                </a:extLst>
              </a:tr>
              <a:tr h="949910">
                <a:tc>
                  <a:txBody>
                    <a:bodyPr/>
                    <a:lstStyle/>
                    <a:p>
                      <a:r>
                        <a:rPr lang="en-GB" sz="2400" b="1" dirty="0"/>
                        <a:t>End of presentation page</a:t>
                      </a:r>
                    </a:p>
                    <a:p>
                      <a:r>
                        <a:rPr lang="en-GB" sz="2400" b="1" dirty="0"/>
                        <a:t>                                             5</a:t>
                      </a:r>
                    </a:p>
                  </a:txBody>
                  <a:tcPr/>
                </a:tc>
                <a:extLst>
                  <a:ext uri="{0D108BD9-81ED-4DB2-BD59-A6C34878D82A}">
                    <a16:rowId xmlns:a16="http://schemas.microsoft.com/office/drawing/2014/main" val="3450407682"/>
                  </a:ext>
                </a:extLst>
              </a:tr>
            </a:tbl>
          </a:graphicData>
        </a:graphic>
      </p:graphicFrame>
    </p:spTree>
    <p:extLst>
      <p:ext uri="{BB962C8B-B14F-4D97-AF65-F5344CB8AC3E}">
        <p14:creationId xmlns:p14="http://schemas.microsoft.com/office/powerpoint/2010/main" val="3474133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a:extLst>
            <a:ext uri="{FF2B5EF4-FFF2-40B4-BE49-F238E27FC236}">
              <a16:creationId xmlns:a16="http://schemas.microsoft.com/office/drawing/2014/main" id="{D1C04BF3-314F-BEF0-83F4-51B59F18FBE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8962C0C-F79D-9A10-2C8D-9DAA44588052}"/>
              </a:ext>
            </a:extLst>
          </p:cNvPr>
          <p:cNvSpPr>
            <a:spLocks noGrp="1"/>
          </p:cNvSpPr>
          <p:nvPr>
            <p:ph type="dt" sz="half" idx="10"/>
          </p:nvPr>
        </p:nvSpPr>
        <p:spPr>
          <a:xfrm>
            <a:off x="365759" y="6464808"/>
            <a:ext cx="1301675" cy="310896"/>
          </a:xfrm>
        </p:spPr>
        <p:txBody>
          <a:bodyPr rtlCol="0"/>
          <a:lstStyle>
            <a:defPPr>
              <a:defRPr lang="en-GB"/>
            </a:defPPr>
          </a:lstStyle>
          <a:p>
            <a:pPr rtl="0"/>
            <a:r>
              <a:rPr lang="en-GB" dirty="0"/>
              <a:t>Moses Ndale</a:t>
            </a:r>
          </a:p>
        </p:txBody>
      </p:sp>
      <p:sp>
        <p:nvSpPr>
          <p:cNvPr id="3" name="Footer Placeholder 2">
            <a:extLst>
              <a:ext uri="{FF2B5EF4-FFF2-40B4-BE49-F238E27FC236}">
                <a16:creationId xmlns:a16="http://schemas.microsoft.com/office/drawing/2014/main" id="{9D2EC6FD-21A7-6C01-9BA3-EAA80076BC02}"/>
              </a:ext>
            </a:extLst>
          </p:cNvPr>
          <p:cNvSpPr>
            <a:spLocks noGrp="1"/>
          </p:cNvSpPr>
          <p:nvPr>
            <p:ph type="ftr" sz="quarter" idx="11"/>
          </p:nvPr>
        </p:nvSpPr>
        <p:spPr>
          <a:xfrm>
            <a:off x="3261270" y="6464808"/>
            <a:ext cx="5669460" cy="310896"/>
          </a:xfrm>
        </p:spPr>
        <p:txBody>
          <a:bodyPr rtlCol="0"/>
          <a:lstStyle>
            <a:defPPr>
              <a:defRPr lang="en-GB"/>
            </a:defPPr>
          </a:lstStyle>
          <a:p>
            <a:pPr rtl="0"/>
            <a:r>
              <a:rPr lang="en-GB" dirty="0"/>
              <a:t>End of year Unity 3D football game project, The Norwood School, London</a:t>
            </a:r>
          </a:p>
        </p:txBody>
      </p:sp>
      <p:sp>
        <p:nvSpPr>
          <p:cNvPr id="4" name="Slide Number Placeholder 3">
            <a:extLst>
              <a:ext uri="{FF2B5EF4-FFF2-40B4-BE49-F238E27FC236}">
                <a16:creationId xmlns:a16="http://schemas.microsoft.com/office/drawing/2014/main" id="{54CCCDC1-C239-67DA-165F-06314028D7DA}"/>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3</a:t>
            </a:fld>
            <a:endParaRPr lang="en-GB" dirty="0"/>
          </a:p>
        </p:txBody>
      </p:sp>
      <p:sp>
        <p:nvSpPr>
          <p:cNvPr id="26" name="Title 25">
            <a:extLst>
              <a:ext uri="{FF2B5EF4-FFF2-40B4-BE49-F238E27FC236}">
                <a16:creationId xmlns:a16="http://schemas.microsoft.com/office/drawing/2014/main" id="{7AA43116-617C-257A-F82C-32882CBFEBDB}"/>
              </a:ext>
            </a:extLst>
          </p:cNvPr>
          <p:cNvSpPr>
            <a:spLocks noGrp="1"/>
          </p:cNvSpPr>
          <p:nvPr>
            <p:ph type="title"/>
          </p:nvPr>
        </p:nvSpPr>
        <p:spPr>
          <a:xfrm>
            <a:off x="219814" y="312710"/>
            <a:ext cx="11872497" cy="676656"/>
          </a:xfrm>
        </p:spPr>
        <p:txBody>
          <a:bodyPr rtlCol="0"/>
          <a:lstStyle>
            <a:defPPr>
              <a:defRPr lang="en-GB"/>
            </a:defPPr>
          </a:lstStyle>
          <a:p>
            <a:pPr rtl="0"/>
            <a:r>
              <a:rPr lang="en-GB" sz="2000" b="1" dirty="0">
                <a:solidFill>
                  <a:schemeClr val="bg1"/>
                </a:solidFill>
              </a:rPr>
              <a:t>End of year project about a football game, The Norwood School (September 2020 – June 2021)</a:t>
            </a:r>
          </a:p>
        </p:txBody>
      </p:sp>
      <p:pic>
        <p:nvPicPr>
          <p:cNvPr id="11" name="Picture 10">
            <a:extLst>
              <a:ext uri="{FF2B5EF4-FFF2-40B4-BE49-F238E27FC236}">
                <a16:creationId xmlns:a16="http://schemas.microsoft.com/office/drawing/2014/main" id="{A355FE2D-0222-1861-F917-622B6DE14F15}"/>
              </a:ext>
            </a:extLst>
          </p:cNvPr>
          <p:cNvPicPr>
            <a:picLocks noChangeAspect="1"/>
          </p:cNvPicPr>
          <p:nvPr/>
        </p:nvPicPr>
        <p:blipFill>
          <a:blip r:embed="rId3"/>
          <a:stretch>
            <a:fillRect/>
          </a:stretch>
        </p:blipFill>
        <p:spPr>
          <a:xfrm>
            <a:off x="7199878" y="1708424"/>
            <a:ext cx="4892433" cy="3546367"/>
          </a:xfrm>
          <a:prstGeom prst="rect">
            <a:avLst/>
          </a:prstGeom>
        </p:spPr>
      </p:pic>
      <p:sp>
        <p:nvSpPr>
          <p:cNvPr id="12" name="TextBox 11">
            <a:extLst>
              <a:ext uri="{FF2B5EF4-FFF2-40B4-BE49-F238E27FC236}">
                <a16:creationId xmlns:a16="http://schemas.microsoft.com/office/drawing/2014/main" id="{B0F7325E-8937-6000-0C4F-FC2060B9CF69}"/>
              </a:ext>
            </a:extLst>
          </p:cNvPr>
          <p:cNvSpPr txBox="1"/>
          <p:nvPr/>
        </p:nvSpPr>
        <p:spPr>
          <a:xfrm>
            <a:off x="219814" y="1139263"/>
            <a:ext cx="6956612" cy="4708981"/>
          </a:xfrm>
          <a:prstGeom prst="rect">
            <a:avLst/>
          </a:prstGeom>
          <a:noFill/>
        </p:spPr>
        <p:txBody>
          <a:bodyPr wrap="square" rtlCol="0">
            <a:spAutoFit/>
          </a:bodyPr>
          <a:lstStyle/>
          <a:p>
            <a:r>
              <a:rPr lang="en-GB" sz="1500" dirty="0">
                <a:solidFill>
                  <a:schemeClr val="bg1"/>
                </a:solidFill>
              </a:rPr>
              <a:t>Outline: I have created a 3D football game project using the unity video game engine that features a single football player in first person to kick a football and score a goal when I was in year 13 studying at the Norwood school sixth form with other students in the same classroom using the computer with the support of the teacher.</a:t>
            </a:r>
          </a:p>
          <a:p>
            <a:endParaRPr lang="en-GB" sz="1500" dirty="0">
              <a:solidFill>
                <a:schemeClr val="bg1"/>
              </a:solidFill>
            </a:endParaRPr>
          </a:p>
          <a:p>
            <a:r>
              <a:rPr lang="en-GB" sz="1500" u="sng" dirty="0">
                <a:solidFill>
                  <a:schemeClr val="bg1"/>
                </a:solidFill>
              </a:rPr>
              <a:t>Key responsibilities</a:t>
            </a:r>
          </a:p>
          <a:p>
            <a:r>
              <a:rPr lang="en-GB" sz="1500" dirty="0">
                <a:solidFill>
                  <a:schemeClr val="bg1"/>
                </a:solidFill>
              </a:rPr>
              <a:t>•To download unity on the computer to start working on my end of year project at the Norwood school.</a:t>
            </a:r>
          </a:p>
          <a:p>
            <a:r>
              <a:rPr lang="en-GB" sz="1500" dirty="0">
                <a:solidFill>
                  <a:schemeClr val="bg1"/>
                </a:solidFill>
              </a:rPr>
              <a:t>•To use the unity store to purchase assets, animations, and visual effects for free or a small price to use for the 3D football game project to plan and manage.</a:t>
            </a:r>
          </a:p>
          <a:p>
            <a:r>
              <a:rPr lang="en-GB" sz="1500" dirty="0">
                <a:solidFill>
                  <a:schemeClr val="bg1"/>
                </a:solidFill>
              </a:rPr>
              <a:t>•To implement the creation of the single player with movement in first person, football physics, advanced gameplay mechanics and UX/UI design using the C# script to program and develop the game design, including the integration of the assets and plug-ins purchase from the unity store onto the project using unity.</a:t>
            </a:r>
          </a:p>
          <a:p>
            <a:r>
              <a:rPr lang="en-GB" sz="1500" dirty="0">
                <a:solidFill>
                  <a:schemeClr val="bg1"/>
                </a:solidFill>
              </a:rPr>
              <a:t>•Optimise real-time 3D rendering to ensure smooth performance on multiple platforms including PC, consoles, and mobile phones.</a:t>
            </a:r>
          </a:p>
          <a:p>
            <a:r>
              <a:rPr lang="en-GB" sz="1500" dirty="0">
                <a:solidFill>
                  <a:schemeClr val="bg1"/>
                </a:solidFill>
              </a:rPr>
              <a:t>•To use testing for conducting thorough playtesting sessions to identify and fix bugs and gameplay issues with the football game project including to collect and analyse feedback from other students and the teacher in the classroom to make further improvements.</a:t>
            </a:r>
          </a:p>
          <a:p>
            <a:endParaRPr lang="en-GB" sz="1500" dirty="0">
              <a:solidFill>
                <a:schemeClr val="bg1"/>
              </a:solidFill>
            </a:endParaRPr>
          </a:p>
        </p:txBody>
      </p:sp>
      <p:sp>
        <p:nvSpPr>
          <p:cNvPr id="13" name="TextBox 12">
            <a:extLst>
              <a:ext uri="{FF2B5EF4-FFF2-40B4-BE49-F238E27FC236}">
                <a16:creationId xmlns:a16="http://schemas.microsoft.com/office/drawing/2014/main" id="{4453E87C-E08F-D394-495E-CD4D54CA8232}"/>
              </a:ext>
            </a:extLst>
          </p:cNvPr>
          <p:cNvSpPr txBox="1"/>
          <p:nvPr/>
        </p:nvSpPr>
        <p:spPr>
          <a:xfrm>
            <a:off x="7176426" y="5272461"/>
            <a:ext cx="4915885" cy="892552"/>
          </a:xfrm>
          <a:prstGeom prst="rect">
            <a:avLst/>
          </a:prstGeom>
          <a:noFill/>
        </p:spPr>
        <p:txBody>
          <a:bodyPr wrap="square" rtlCol="0">
            <a:spAutoFit/>
          </a:bodyPr>
          <a:lstStyle/>
          <a:p>
            <a:r>
              <a:rPr lang="en-GB" sz="1300" dirty="0">
                <a:solidFill>
                  <a:schemeClr val="bg1"/>
                </a:solidFill>
              </a:rPr>
              <a:t>This is the user interface of my project of the 3D football game using the unity video game engine, I have used an indoor stadium as a venue for the player in first person to play football on the grass and score a goal by kicking the ball past the football goal.</a:t>
            </a:r>
            <a:endParaRPr lang="en-GB" sz="1300" dirty="0"/>
          </a:p>
        </p:txBody>
      </p:sp>
      <p:pic>
        <p:nvPicPr>
          <p:cNvPr id="14" name="Picture 13">
            <a:extLst>
              <a:ext uri="{FF2B5EF4-FFF2-40B4-BE49-F238E27FC236}">
                <a16:creationId xmlns:a16="http://schemas.microsoft.com/office/drawing/2014/main" id="{E4F3C9F4-3829-A3C1-FC88-503D23C16C79}"/>
              </a:ext>
            </a:extLst>
          </p:cNvPr>
          <p:cNvPicPr>
            <a:picLocks noChangeAspect="1"/>
          </p:cNvPicPr>
          <p:nvPr/>
        </p:nvPicPr>
        <p:blipFill>
          <a:blip r:embed="rId4"/>
          <a:stretch>
            <a:fillRect/>
          </a:stretch>
        </p:blipFill>
        <p:spPr>
          <a:xfrm>
            <a:off x="8417858" y="858579"/>
            <a:ext cx="2171699" cy="799185"/>
          </a:xfrm>
          <a:prstGeom prst="rect">
            <a:avLst/>
          </a:prstGeom>
        </p:spPr>
      </p:pic>
    </p:spTree>
    <p:extLst>
      <p:ext uri="{BB962C8B-B14F-4D97-AF65-F5344CB8AC3E}">
        <p14:creationId xmlns:p14="http://schemas.microsoft.com/office/powerpoint/2010/main" val="1411304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a:extLst>
            <a:ext uri="{FF2B5EF4-FFF2-40B4-BE49-F238E27FC236}">
              <a16:creationId xmlns:a16="http://schemas.microsoft.com/office/drawing/2014/main" id="{18581377-681C-6361-B5E6-AF93D6DEB13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24E397C-85F4-6FFC-CEC8-8648E8CD6BB4}"/>
              </a:ext>
            </a:extLst>
          </p:cNvPr>
          <p:cNvSpPr>
            <a:spLocks noGrp="1"/>
          </p:cNvSpPr>
          <p:nvPr>
            <p:ph type="dt" sz="half" idx="10"/>
          </p:nvPr>
        </p:nvSpPr>
        <p:spPr>
          <a:xfrm>
            <a:off x="365759" y="6464808"/>
            <a:ext cx="1301675" cy="310896"/>
          </a:xfrm>
        </p:spPr>
        <p:txBody>
          <a:bodyPr rtlCol="0"/>
          <a:lstStyle>
            <a:defPPr>
              <a:defRPr lang="en-GB"/>
            </a:defPPr>
          </a:lstStyle>
          <a:p>
            <a:pPr rtl="0"/>
            <a:r>
              <a:rPr lang="en-GB" dirty="0"/>
              <a:t>Moses Ndale</a:t>
            </a:r>
          </a:p>
        </p:txBody>
      </p:sp>
      <p:sp>
        <p:nvSpPr>
          <p:cNvPr id="3" name="Footer Placeholder 2">
            <a:extLst>
              <a:ext uri="{FF2B5EF4-FFF2-40B4-BE49-F238E27FC236}">
                <a16:creationId xmlns:a16="http://schemas.microsoft.com/office/drawing/2014/main" id="{C8F1E921-276F-CADD-44CA-C528ED1DBAC9}"/>
              </a:ext>
            </a:extLst>
          </p:cNvPr>
          <p:cNvSpPr>
            <a:spLocks noGrp="1"/>
          </p:cNvSpPr>
          <p:nvPr>
            <p:ph type="ftr" sz="quarter" idx="11"/>
          </p:nvPr>
        </p:nvSpPr>
        <p:spPr>
          <a:xfrm>
            <a:off x="2775383" y="6464628"/>
            <a:ext cx="5696353" cy="310896"/>
          </a:xfrm>
        </p:spPr>
        <p:txBody>
          <a:bodyPr rtlCol="0"/>
          <a:lstStyle>
            <a:defPPr>
              <a:defRPr lang="en-GB"/>
            </a:defPPr>
          </a:lstStyle>
          <a:p>
            <a:pPr rtl="0"/>
            <a:r>
              <a:rPr lang="en-GB" dirty="0"/>
              <a:t>End of year Unity 3D football game project, The Norwood School, London</a:t>
            </a:r>
          </a:p>
        </p:txBody>
      </p:sp>
      <p:sp>
        <p:nvSpPr>
          <p:cNvPr id="4" name="Slide Number Placeholder 3">
            <a:extLst>
              <a:ext uri="{FF2B5EF4-FFF2-40B4-BE49-F238E27FC236}">
                <a16:creationId xmlns:a16="http://schemas.microsoft.com/office/drawing/2014/main" id="{D826AF7B-4164-AA59-8580-A12148E892B3}"/>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4</a:t>
            </a:fld>
            <a:endParaRPr lang="en-GB" dirty="0"/>
          </a:p>
        </p:txBody>
      </p:sp>
      <p:sp>
        <p:nvSpPr>
          <p:cNvPr id="26" name="Title 25">
            <a:extLst>
              <a:ext uri="{FF2B5EF4-FFF2-40B4-BE49-F238E27FC236}">
                <a16:creationId xmlns:a16="http://schemas.microsoft.com/office/drawing/2014/main" id="{07A9C4FB-D574-1C31-6B63-19E62AC90718}"/>
              </a:ext>
            </a:extLst>
          </p:cNvPr>
          <p:cNvSpPr>
            <a:spLocks noGrp="1"/>
          </p:cNvSpPr>
          <p:nvPr>
            <p:ph type="title"/>
          </p:nvPr>
        </p:nvSpPr>
        <p:spPr>
          <a:xfrm>
            <a:off x="259976" y="198642"/>
            <a:ext cx="11888993" cy="676656"/>
          </a:xfrm>
        </p:spPr>
        <p:txBody>
          <a:bodyPr rtlCol="0"/>
          <a:lstStyle>
            <a:defPPr>
              <a:defRPr lang="en-GB"/>
            </a:defPPr>
          </a:lstStyle>
          <a:p>
            <a:pPr rtl="0"/>
            <a:r>
              <a:rPr lang="en-GB" sz="2000" b="1" dirty="0">
                <a:solidFill>
                  <a:schemeClr val="bg1"/>
                </a:solidFill>
              </a:rPr>
              <a:t>End of year project about a football game, The Norwood School (September 2020 – June 2021) </a:t>
            </a:r>
            <a:br>
              <a:rPr lang="en-GB" sz="2000" b="1" dirty="0">
                <a:solidFill>
                  <a:schemeClr val="bg1"/>
                </a:solidFill>
              </a:rPr>
            </a:br>
            <a:br>
              <a:rPr lang="en-GB" sz="2000" b="1" dirty="0">
                <a:solidFill>
                  <a:schemeClr val="bg1"/>
                </a:solidFill>
              </a:rPr>
            </a:br>
            <a:r>
              <a:rPr lang="en-GB" sz="2000" b="1" dirty="0">
                <a:solidFill>
                  <a:schemeClr val="bg1"/>
                </a:solidFill>
              </a:rPr>
              <a:t>Continued discussion</a:t>
            </a:r>
          </a:p>
        </p:txBody>
      </p:sp>
      <p:sp>
        <p:nvSpPr>
          <p:cNvPr id="14" name="TextBox 13">
            <a:extLst>
              <a:ext uri="{FF2B5EF4-FFF2-40B4-BE49-F238E27FC236}">
                <a16:creationId xmlns:a16="http://schemas.microsoft.com/office/drawing/2014/main" id="{4B1FEF92-790F-63AF-5D48-C35B4C0CB040}"/>
              </a:ext>
            </a:extLst>
          </p:cNvPr>
          <p:cNvSpPr txBox="1"/>
          <p:nvPr/>
        </p:nvSpPr>
        <p:spPr>
          <a:xfrm>
            <a:off x="259976" y="1084730"/>
            <a:ext cx="7951694" cy="5170646"/>
          </a:xfrm>
          <a:prstGeom prst="rect">
            <a:avLst/>
          </a:prstGeom>
          <a:noFill/>
        </p:spPr>
        <p:txBody>
          <a:bodyPr wrap="square" rtlCol="0">
            <a:spAutoFit/>
          </a:bodyPr>
          <a:lstStyle/>
          <a:p>
            <a:r>
              <a:rPr lang="en-GB" sz="1500" u="sng" dirty="0">
                <a:solidFill>
                  <a:schemeClr val="bg1"/>
                </a:solidFill>
              </a:rPr>
              <a:t>Achievements</a:t>
            </a:r>
          </a:p>
          <a:p>
            <a:r>
              <a:rPr lang="en-GB" sz="1500" dirty="0">
                <a:solidFill>
                  <a:schemeClr val="bg1"/>
                </a:solidFill>
              </a:rPr>
              <a:t>•The launch was successful because I have managed to complete my project of the 3D football game in unity to release the ultimate football experience on time, receiving positive reviews from the students and teachers at the Norwood school for its immersive gameplay and realistic graphics.</a:t>
            </a:r>
          </a:p>
          <a:p>
            <a:r>
              <a:rPr lang="en-GB" sz="1500" dirty="0">
                <a:solidFill>
                  <a:schemeClr val="bg1"/>
                </a:solidFill>
              </a:rPr>
              <a:t>•I have used innovation in gameplay to introduce unique features such as the first-person perspective of the football player and advanced AI, setting the game apart from traditional football games that are in third person for example EA sports fc.</a:t>
            </a:r>
          </a:p>
          <a:p>
            <a:r>
              <a:rPr lang="en-GB" sz="1500" dirty="0">
                <a:solidFill>
                  <a:schemeClr val="bg1"/>
                </a:solidFill>
              </a:rPr>
              <a:t>•I have used technical excellence to implement a robust and scalable base of codes using the C# scripts to edit on visual studio that supported smooth gameplay and a high performance of the 3D football game project on unity. The scoreboard was created to allow the user that is controlling the football player in the first-person.</a:t>
            </a:r>
          </a:p>
          <a:p>
            <a:r>
              <a:rPr lang="en-GB" sz="1500" dirty="0">
                <a:solidFill>
                  <a:schemeClr val="bg1"/>
                </a:solidFill>
              </a:rPr>
              <a:t>•I have managed to utilise the assets properly that I have purchased from the unity store for free and for a small price to implement those to my project I was working on for development to build my project of the 3D football game from scratch until completion.</a:t>
            </a:r>
          </a:p>
          <a:p>
            <a:endParaRPr lang="en-GB" sz="1500" dirty="0">
              <a:solidFill>
                <a:schemeClr val="bg1"/>
              </a:solidFill>
            </a:endParaRPr>
          </a:p>
          <a:p>
            <a:r>
              <a:rPr lang="en-GB" sz="1500" u="sng" dirty="0">
                <a:solidFill>
                  <a:schemeClr val="bg1"/>
                </a:solidFill>
              </a:rPr>
              <a:t>Conclusion</a:t>
            </a:r>
          </a:p>
          <a:p>
            <a:r>
              <a:rPr lang="en-GB" sz="1500" dirty="0">
                <a:solidFill>
                  <a:schemeClr val="bg1"/>
                </a:solidFill>
              </a:rPr>
              <a:t>To summarise my entire experience of building this project of the 3D football game at the Norwood school, I have enjoyed my time of this development working with other students and the teacher for support in the classroom. Due to the very large size of my project of the 3D football game that is stored in folders and files on the computer, it is saved and only available from my USB flash drive.</a:t>
            </a:r>
          </a:p>
          <a:p>
            <a:endParaRPr lang="en-GB" sz="1500" dirty="0">
              <a:solidFill>
                <a:schemeClr val="bg1"/>
              </a:solidFill>
            </a:endParaRPr>
          </a:p>
          <a:p>
            <a:endParaRPr lang="en-GB" sz="1500" dirty="0">
              <a:solidFill>
                <a:schemeClr val="bg1"/>
              </a:solidFill>
            </a:endParaRPr>
          </a:p>
        </p:txBody>
      </p:sp>
    </p:spTree>
    <p:extLst>
      <p:ext uri="{BB962C8B-B14F-4D97-AF65-F5344CB8AC3E}">
        <p14:creationId xmlns:p14="http://schemas.microsoft.com/office/powerpoint/2010/main" val="1954045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96D4E-8B4F-62B8-F551-56379B923E78}"/>
              </a:ext>
            </a:extLst>
          </p:cNvPr>
          <p:cNvSpPr>
            <a:spLocks noGrp="1"/>
          </p:cNvSpPr>
          <p:nvPr>
            <p:ph type="ctrTitle"/>
          </p:nvPr>
        </p:nvSpPr>
        <p:spPr>
          <a:xfrm>
            <a:off x="1524000" y="923365"/>
            <a:ext cx="9144000" cy="2634667"/>
          </a:xfrm>
        </p:spPr>
        <p:txBody>
          <a:bodyPr rtlCol="0"/>
          <a:lstStyle>
            <a:defPPr>
              <a:defRPr lang="en-GB"/>
            </a:defPPr>
          </a:lstStyle>
          <a:p>
            <a:pPr rtl="0"/>
            <a:r>
              <a:rPr lang="en-GB" dirty="0"/>
              <a:t>Thank you for viewing my portfolio </a:t>
            </a:r>
          </a:p>
        </p:txBody>
      </p:sp>
      <p:sp>
        <p:nvSpPr>
          <p:cNvPr id="3" name="Subtitle 2">
            <a:extLst>
              <a:ext uri="{FF2B5EF4-FFF2-40B4-BE49-F238E27FC236}">
                <a16:creationId xmlns:a16="http://schemas.microsoft.com/office/drawing/2014/main" id="{FF07BEBE-18E8-4025-FF6F-EC0130CB4F22}"/>
              </a:ext>
            </a:extLst>
          </p:cNvPr>
          <p:cNvSpPr>
            <a:spLocks noGrp="1"/>
          </p:cNvSpPr>
          <p:nvPr>
            <p:ph type="subTitle" idx="1"/>
          </p:nvPr>
        </p:nvSpPr>
        <p:spPr/>
        <p:txBody>
          <a:bodyPr rtlCol="0"/>
          <a:lstStyle>
            <a:defPPr>
              <a:defRPr lang="en-GB"/>
            </a:defPPr>
          </a:lstStyle>
          <a:p>
            <a:pPr rtl="0"/>
            <a:r>
              <a:rPr lang="en-GB" dirty="0"/>
              <a:t>Full name: Moses Ndale</a:t>
            </a:r>
          </a:p>
        </p:txBody>
      </p:sp>
    </p:spTree>
    <p:extLst>
      <p:ext uri="{BB962C8B-B14F-4D97-AF65-F5344CB8AC3E}">
        <p14:creationId xmlns:p14="http://schemas.microsoft.com/office/powerpoint/2010/main" val="2577936335"/>
      </p:ext>
    </p:extLst>
  </p:cSld>
  <p:clrMapOvr>
    <a:masterClrMapping/>
  </p:clrMapOvr>
</p:sld>
</file>

<file path=ppt/theme/theme1.xml><?xml version="1.0" encoding="utf-8"?>
<a:theme xmlns:a="http://schemas.openxmlformats.org/drawingml/2006/main" name="Office Theme">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8770823_TF11964407_Win32" id="{B93CAFD1-3682-48B9-AB4D-B17AE97EAEF6}" vid="{42E63F67-4AC8-49A2-8D09-A38E4C6451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Moses Ndale Portfolio</Template>
  <TotalTime>64</TotalTime>
  <Words>711</Words>
  <Application>Microsoft Office PowerPoint</Application>
  <PresentationFormat>Widescreen</PresentationFormat>
  <Paragraphs>48</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Courier New</vt:lpstr>
      <vt:lpstr>Gill Sans Nova</vt:lpstr>
      <vt:lpstr>Gill Sans Nova Light</vt:lpstr>
      <vt:lpstr>Sagona Book</vt:lpstr>
      <vt:lpstr>Office Theme</vt:lpstr>
      <vt:lpstr>Welcome to my portfolio</vt:lpstr>
      <vt:lpstr>Table of contents</vt:lpstr>
      <vt:lpstr>End of year project about a football game, The Norwood School (September 2020 – June 2021)</vt:lpstr>
      <vt:lpstr>End of year project about a football game, The Norwood School (September 2020 – June 2021)   Continued discussion</vt:lpstr>
      <vt:lpstr>Thank you for viewing my portfolio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Moses Ndale</dc:creator>
  <cp:lastModifiedBy>Moses Ndale</cp:lastModifiedBy>
  <cp:revision>4</cp:revision>
  <dcterms:created xsi:type="dcterms:W3CDTF">2026-03-30T13:37:48Z</dcterms:created>
  <dcterms:modified xsi:type="dcterms:W3CDTF">2026-03-31T12:28:05Z</dcterms:modified>
</cp:coreProperties>
</file>